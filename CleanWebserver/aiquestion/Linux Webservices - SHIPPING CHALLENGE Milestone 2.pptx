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 id="2147483673" r:id="rId2"/>
  </p:sldMasterIdLst>
  <p:notesMasterIdLst>
    <p:notesMasterId r:id="rId10"/>
  </p:notesMasterIdLst>
  <p:sldIdLst>
    <p:sldId id="256" r:id="rId3"/>
    <p:sldId id="257" r:id="rId4"/>
    <p:sldId id="258" r:id="rId5"/>
    <p:sldId id="259" r:id="rId6"/>
    <p:sldId id="260" r:id="rId7"/>
    <p:sldId id="261" r:id="rId8"/>
    <p:sldId id="262" r:id="rId9"/>
  </p:sldIdLst>
  <p:sldSz cx="9144000" cy="5143500" type="screen16x9"/>
  <p:notesSz cx="7559675" cy="10691813"/>
  <p:embeddedFontLst>
    <p:embeddedFont>
      <p:font typeface="Source Sans Pro" panose="020B0503030403020204" pitchFamily="34" charset="0"/>
      <p:regular r:id="rId11"/>
      <p:bold r:id="rId12"/>
      <p:italic r:id="rId13"/>
      <p:boldItalic r:id="rId14"/>
    </p:embeddedFont>
    <p:embeddedFont>
      <p:font typeface="Ubuntu" panose="020B0504030602030204"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D42C78-0308-998F-A28E-CE21CA8DE57A}" v="19" dt="2025-11-03T11:52:05.570"/>
    <p1510:client id="{B373E9FA-1AE9-D848-AEB8-1A5BE4CB6063}" v="58" dt="2025-11-02T17:38:27.9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Master" Target="slideMasters/slideMaster2.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1.fntdata"/><Relationship Id="rId5" Type="http://schemas.openxmlformats.org/officeDocument/2006/relationships/slide" Target="slides/slide3.xml"/><Relationship Id="rId15" Type="http://schemas.openxmlformats.org/officeDocument/2006/relationships/font" Target="fonts/font5.fntdata"/><Relationship Id="rId23" Type="http://schemas.microsoft.com/office/2015/10/relationships/revisionInfo" Target="revisionInfo.xml"/><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20524" y="801875"/>
            <a:ext cx="6719400" cy="40095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950" y="5078600"/>
            <a:ext cx="6047725" cy="48113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755950" y="5078600"/>
            <a:ext cx="6047725" cy="4811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10:notes"/>
          <p:cNvSpPr txBox="1">
            <a:spLocks noGrp="1"/>
          </p:cNvSpPr>
          <p:nvPr>
            <p:ph type="body" idx="1"/>
          </p:nvPr>
        </p:nvSpPr>
        <p:spPr>
          <a:xfrm>
            <a:off x="755950" y="5078600"/>
            <a:ext cx="6047725" cy="4811300"/>
          </a:xfrm>
          <a:prstGeom prst="rect">
            <a:avLst/>
          </a:prstGeom>
          <a:noFill/>
          <a:ln>
            <a:noFill/>
          </a:ln>
        </p:spPr>
        <p:txBody>
          <a:bodyPr spcFirstLastPara="1" wrap="square" lIns="91425" tIns="91425" rIns="91425" bIns="91425" anchor="ctr" anchorCtr="0">
            <a:noAutofit/>
          </a:bodyPr>
          <a:lstStyle/>
          <a:p>
            <a:pPr>
              <a:buNone/>
            </a:pPr>
            <a:r>
              <a:rPr lang="en-US"/>
              <a:t>@startuml</a:t>
            </a:r>
            <a:endParaRPr lang="nl-NL"/>
          </a:p>
          <a:p>
            <a:pPr>
              <a:buNone/>
            </a:pPr>
            <a:r>
              <a:rPr lang="en-US"/>
              <a:t>!include &lt;</a:t>
            </a:r>
            <a:r>
              <a:rPr lang="en-US" err="1"/>
              <a:t>cloudinsight</a:t>
            </a:r>
            <a:r>
              <a:rPr lang="en-US"/>
              <a:t>/python&gt;</a:t>
            </a:r>
          </a:p>
          <a:p>
            <a:pPr>
              <a:buNone/>
            </a:pPr>
            <a:r>
              <a:rPr lang="en-US"/>
              <a:t>!include &lt;tupadr3/common&gt;</a:t>
            </a:r>
          </a:p>
          <a:p>
            <a:pPr>
              <a:buNone/>
            </a:pPr>
            <a:r>
              <a:rPr lang="en-US"/>
              <a:t>!include &lt;tupadr3/</a:t>
            </a:r>
            <a:r>
              <a:rPr lang="en-US" err="1"/>
              <a:t>devicons</a:t>
            </a:r>
            <a:r>
              <a:rPr lang="en-US"/>
              <a:t>/</a:t>
            </a:r>
            <a:r>
              <a:rPr lang="en-US" err="1"/>
              <a:t>javascript</a:t>
            </a:r>
            <a:r>
              <a:rPr lang="en-US"/>
              <a:t>&gt;</a:t>
            </a:r>
          </a:p>
          <a:p>
            <a:pPr>
              <a:buNone/>
            </a:pPr>
            <a:r>
              <a:rPr lang="en-US"/>
              <a:t>!include &lt;tupadr3/</a:t>
            </a:r>
            <a:r>
              <a:rPr lang="en-US" err="1"/>
              <a:t>devicons</a:t>
            </a:r>
            <a:r>
              <a:rPr lang="en-US"/>
              <a:t>/</a:t>
            </a:r>
            <a:r>
              <a:rPr lang="en-US" err="1"/>
              <a:t>nodejs_small</a:t>
            </a:r>
            <a:r>
              <a:rPr lang="en-US"/>
              <a:t>&gt;</a:t>
            </a:r>
          </a:p>
          <a:p>
            <a:pPr>
              <a:buNone/>
            </a:pPr>
            <a:r>
              <a:rPr lang="en-US"/>
              <a:t> </a:t>
            </a:r>
          </a:p>
          <a:p>
            <a:pPr>
              <a:buNone/>
            </a:pPr>
            <a:r>
              <a:rPr lang="en-US"/>
              <a:t>actor User</a:t>
            </a:r>
          </a:p>
          <a:p>
            <a:pPr>
              <a:buNone/>
            </a:pPr>
            <a:r>
              <a:rPr lang="en-US"/>
              <a:t>!pragma </a:t>
            </a:r>
            <a:r>
              <a:rPr lang="en-US" err="1"/>
              <a:t>teoz</a:t>
            </a:r>
            <a:r>
              <a:rPr lang="en-US"/>
              <a:t> true</a:t>
            </a:r>
          </a:p>
          <a:p>
            <a:pPr>
              <a:buNone/>
            </a:pPr>
            <a:r>
              <a:rPr lang="en-US"/>
              <a:t>box "k8s cluster" #LightGrey</a:t>
            </a:r>
          </a:p>
          <a:p>
            <a:pPr>
              <a:buNone/>
            </a:pPr>
            <a:r>
              <a:rPr lang="en-US"/>
              <a:t> </a:t>
            </a:r>
          </a:p>
          <a:p>
            <a:pPr>
              <a:buNone/>
            </a:pPr>
            <a:r>
              <a:rPr lang="en-US"/>
              <a:t>box "Container" #Red</a:t>
            </a:r>
          </a:p>
          <a:p>
            <a:pPr>
              <a:buNone/>
            </a:pPr>
            <a:r>
              <a:rPr lang="en-US"/>
              <a:t>participant "Web frontend\n&lt;$</a:t>
            </a:r>
            <a:r>
              <a:rPr lang="en-US" err="1"/>
              <a:t>javascript</a:t>
            </a:r>
            <a:r>
              <a:rPr lang="en-US"/>
              <a:t>&gt;" as webapp</a:t>
            </a:r>
          </a:p>
          <a:p>
            <a:pPr>
              <a:buNone/>
            </a:pPr>
            <a:r>
              <a:rPr lang="en-US"/>
              <a:t>end box</a:t>
            </a:r>
          </a:p>
          <a:p>
            <a:pPr>
              <a:buNone/>
            </a:pPr>
            <a:r>
              <a:rPr lang="en-US"/>
              <a:t>box "Container" #LightBlue</a:t>
            </a:r>
          </a:p>
          <a:p>
            <a:pPr>
              <a:buNone/>
            </a:pPr>
            <a:r>
              <a:rPr lang="en-US"/>
              <a:t>participant "**API**\</a:t>
            </a:r>
            <a:r>
              <a:rPr lang="en-US" err="1"/>
              <a:t>nFastAPI</a:t>
            </a:r>
            <a:r>
              <a:rPr lang="en-US"/>
              <a:t> \</a:t>
            </a:r>
            <a:r>
              <a:rPr lang="en-US" err="1"/>
              <a:t>nOR</a:t>
            </a:r>
            <a:r>
              <a:rPr lang="en-US"/>
              <a:t> \nNode.js\n&lt;$python&gt;&lt;$</a:t>
            </a:r>
            <a:r>
              <a:rPr lang="en-US" err="1"/>
              <a:t>nodejs_small</a:t>
            </a:r>
            <a:r>
              <a:rPr lang="en-US"/>
              <a:t>&gt;" as API</a:t>
            </a:r>
          </a:p>
          <a:p>
            <a:pPr>
              <a:buNone/>
            </a:pPr>
            <a:r>
              <a:rPr lang="en-US"/>
              <a:t>end box</a:t>
            </a:r>
          </a:p>
          <a:p>
            <a:pPr>
              <a:buNone/>
            </a:pPr>
            <a:r>
              <a:rPr lang="en-US"/>
              <a:t>box "Container" #Pink</a:t>
            </a:r>
          </a:p>
          <a:p>
            <a:pPr>
              <a:buNone/>
            </a:pPr>
            <a:r>
              <a:rPr lang="en-US"/>
              <a:t>database "Database" as </a:t>
            </a:r>
            <a:r>
              <a:rPr lang="en-US" err="1"/>
              <a:t>db</a:t>
            </a:r>
          </a:p>
          <a:p>
            <a:pPr>
              <a:buNone/>
            </a:pPr>
            <a:r>
              <a:rPr lang="en-US"/>
              <a:t>end box</a:t>
            </a:r>
          </a:p>
          <a:p>
            <a:pPr>
              <a:buNone/>
            </a:pPr>
            <a:r>
              <a:rPr lang="en-US"/>
              <a:t> </a:t>
            </a:r>
          </a:p>
          <a:p>
            <a:pPr>
              <a:buNone/>
            </a:pPr>
            <a:r>
              <a:rPr lang="en-US"/>
              <a:t> </a:t>
            </a:r>
          </a:p>
          <a:p>
            <a:pPr>
              <a:buNone/>
            </a:pPr>
            <a:r>
              <a:rPr lang="en-US"/>
              <a:t>end box</a:t>
            </a:r>
          </a:p>
          <a:p>
            <a:pPr>
              <a:buNone/>
            </a:pPr>
            <a:r>
              <a:rPr lang="en-US"/>
              <a:t> </a:t>
            </a:r>
          </a:p>
          <a:p>
            <a:pPr>
              <a:buNone/>
            </a:pPr>
            <a:r>
              <a:rPr lang="en-US"/>
              <a:t>User -&gt; webapp</a:t>
            </a:r>
          </a:p>
          <a:p>
            <a:pPr>
              <a:buNone/>
            </a:pPr>
            <a:r>
              <a:rPr lang="en-US"/>
              <a:t>webapp -&gt; API : HTTP(s) GET </a:t>
            </a:r>
            <a:r>
              <a:rPr lang="en-US" err="1"/>
              <a:t>myapi</a:t>
            </a:r>
            <a:r>
              <a:rPr lang="en-US"/>
              <a:t>/name</a:t>
            </a:r>
          </a:p>
          <a:p>
            <a:pPr>
              <a:buNone/>
            </a:pPr>
            <a:r>
              <a:rPr lang="en-US"/>
              <a:t>API -&gt; </a:t>
            </a:r>
            <a:r>
              <a:rPr lang="en-US" err="1"/>
              <a:t>db</a:t>
            </a:r>
            <a:r>
              <a:rPr lang="en-US"/>
              <a:t> : SQL/NoSQL query "name"</a:t>
            </a:r>
          </a:p>
          <a:p>
            <a:pPr>
              <a:buNone/>
            </a:pPr>
            <a:r>
              <a:rPr lang="en-US" err="1"/>
              <a:t>db</a:t>
            </a:r>
            <a:r>
              <a:rPr lang="en-US"/>
              <a:t> -&gt; API : SQL/NoSQL result:\</a:t>
            </a:r>
            <a:r>
              <a:rPr lang="en-US" err="1"/>
              <a:t>n"John</a:t>
            </a:r>
            <a:r>
              <a:rPr lang="en-US"/>
              <a:t> Carpenter"</a:t>
            </a:r>
          </a:p>
          <a:p>
            <a:pPr>
              <a:buNone/>
            </a:pPr>
            <a:r>
              <a:rPr lang="en-US"/>
              <a:t>API -&gt; webapp : HTTP(s) JSON response \n{name: 'John Carpenter'}</a:t>
            </a:r>
          </a:p>
          <a:p>
            <a:pPr>
              <a:buNone/>
            </a:pPr>
            <a:r>
              <a:rPr lang="en-US"/>
              <a:t>User &lt;- webapp</a:t>
            </a:r>
          </a:p>
          <a:p>
            <a:pPr marL="0" lvl="0" indent="0" algn="l">
              <a:spcBef>
                <a:spcPts val="0"/>
              </a:spcBef>
              <a:spcAft>
                <a:spcPts val="0"/>
              </a:spcAft>
              <a:buNone/>
            </a:pPr>
            <a:r>
              <a:rPr lang="en-US"/>
              <a:t>@enduml</a:t>
            </a:r>
            <a:endParaRPr lang="nl-NL"/>
          </a:p>
        </p:txBody>
      </p:sp>
      <p:sp>
        <p:nvSpPr>
          <p:cNvPr id="128" name="Google Shape;128;p10: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1852c1aade6_0_5:notes"/>
          <p:cNvSpPr txBox="1">
            <a:spLocks noGrp="1"/>
          </p:cNvSpPr>
          <p:nvPr>
            <p:ph type="body" idx="1"/>
          </p:nvPr>
        </p:nvSpPr>
        <p:spPr>
          <a:xfrm>
            <a:off x="755950" y="5078600"/>
            <a:ext cx="6047700" cy="4811400"/>
          </a:xfrm>
          <a:prstGeom prst="rect">
            <a:avLst/>
          </a:prstGeom>
          <a:noFill/>
          <a:ln>
            <a:noFill/>
          </a:ln>
        </p:spPr>
        <p:txBody>
          <a:bodyPr spcFirstLastPara="1" wrap="square" lIns="91425" tIns="91425" rIns="91425" bIns="91425" anchor="ctr" anchorCtr="0">
            <a:noAutofit/>
          </a:bodyPr>
          <a:lstStyle/>
          <a:p>
            <a:pPr>
              <a:buNone/>
            </a:pPr>
            <a:r>
              <a:rPr lang="en-US"/>
              <a:t>@startuml</a:t>
            </a:r>
            <a:endParaRPr lang="nl-NL"/>
          </a:p>
          <a:p>
            <a:pPr>
              <a:buNone/>
            </a:pPr>
            <a:r>
              <a:rPr lang="en-US"/>
              <a:t>!include &lt;</a:t>
            </a:r>
            <a:r>
              <a:rPr lang="en-US" err="1"/>
              <a:t>cloudinsight</a:t>
            </a:r>
            <a:r>
              <a:rPr lang="en-US"/>
              <a:t>/python&gt;</a:t>
            </a:r>
          </a:p>
          <a:p>
            <a:pPr>
              <a:buNone/>
            </a:pPr>
            <a:r>
              <a:rPr lang="en-US"/>
              <a:t>!include &lt;tupadr3/common&gt;</a:t>
            </a:r>
          </a:p>
          <a:p>
            <a:pPr>
              <a:buNone/>
            </a:pPr>
            <a:r>
              <a:rPr lang="en-US"/>
              <a:t>!include &lt;tupadr3/</a:t>
            </a:r>
            <a:r>
              <a:rPr lang="en-US" err="1"/>
              <a:t>devicons</a:t>
            </a:r>
            <a:r>
              <a:rPr lang="en-US"/>
              <a:t>/</a:t>
            </a:r>
            <a:r>
              <a:rPr lang="en-US" err="1"/>
              <a:t>javascript</a:t>
            </a:r>
            <a:r>
              <a:rPr lang="en-US"/>
              <a:t>&gt;</a:t>
            </a:r>
          </a:p>
          <a:p>
            <a:pPr>
              <a:buNone/>
            </a:pPr>
            <a:r>
              <a:rPr lang="en-US"/>
              <a:t>!include &lt;tupadr3/</a:t>
            </a:r>
            <a:r>
              <a:rPr lang="en-US" err="1"/>
              <a:t>devicons</a:t>
            </a:r>
            <a:r>
              <a:rPr lang="en-US"/>
              <a:t>/</a:t>
            </a:r>
            <a:r>
              <a:rPr lang="en-US" err="1"/>
              <a:t>nodejs_small</a:t>
            </a:r>
            <a:r>
              <a:rPr lang="en-US"/>
              <a:t>&gt;</a:t>
            </a:r>
          </a:p>
          <a:p>
            <a:pPr>
              <a:buNone/>
            </a:pPr>
            <a:r>
              <a:rPr lang="en-US"/>
              <a:t> </a:t>
            </a:r>
          </a:p>
          <a:p>
            <a:pPr>
              <a:buNone/>
            </a:pPr>
            <a:r>
              <a:rPr lang="en-US"/>
              <a:t>actor User</a:t>
            </a:r>
          </a:p>
          <a:p>
            <a:pPr>
              <a:buNone/>
            </a:pPr>
            <a:r>
              <a:rPr lang="en-US"/>
              <a:t>!pragma </a:t>
            </a:r>
            <a:r>
              <a:rPr lang="en-US" err="1"/>
              <a:t>teoz</a:t>
            </a:r>
            <a:r>
              <a:rPr lang="en-US"/>
              <a:t> true</a:t>
            </a:r>
          </a:p>
          <a:p>
            <a:pPr>
              <a:buNone/>
            </a:pPr>
            <a:r>
              <a:rPr lang="en-US"/>
              <a:t>box "k8s cluster" #LightGrey</a:t>
            </a:r>
          </a:p>
          <a:p>
            <a:pPr>
              <a:buNone/>
            </a:pPr>
            <a:r>
              <a:rPr lang="en-US"/>
              <a:t> </a:t>
            </a:r>
          </a:p>
          <a:p>
            <a:pPr>
              <a:buNone/>
            </a:pPr>
            <a:r>
              <a:rPr lang="en-US"/>
              <a:t>box "Container" #Red</a:t>
            </a:r>
          </a:p>
          <a:p>
            <a:pPr>
              <a:buNone/>
            </a:pPr>
            <a:r>
              <a:rPr lang="en-US"/>
              <a:t>participant "Web frontend\n&lt;$</a:t>
            </a:r>
            <a:r>
              <a:rPr lang="en-US" err="1"/>
              <a:t>javascript</a:t>
            </a:r>
            <a:r>
              <a:rPr lang="en-US"/>
              <a:t>&gt;" as webapp</a:t>
            </a:r>
          </a:p>
          <a:p>
            <a:pPr>
              <a:buNone/>
            </a:pPr>
            <a:r>
              <a:rPr lang="en-US"/>
              <a:t>end box</a:t>
            </a:r>
          </a:p>
          <a:p>
            <a:pPr>
              <a:buNone/>
            </a:pPr>
            <a:r>
              <a:rPr lang="en-US"/>
              <a:t>box "Container" #LightBlue</a:t>
            </a:r>
          </a:p>
          <a:p>
            <a:pPr>
              <a:buNone/>
            </a:pPr>
            <a:r>
              <a:rPr lang="en-US"/>
              <a:t>participant "**API**\</a:t>
            </a:r>
            <a:r>
              <a:rPr lang="en-US" err="1"/>
              <a:t>nFastAPI</a:t>
            </a:r>
            <a:r>
              <a:rPr lang="en-US"/>
              <a:t> \</a:t>
            </a:r>
            <a:r>
              <a:rPr lang="en-US" err="1"/>
              <a:t>nOR</a:t>
            </a:r>
            <a:r>
              <a:rPr lang="en-US"/>
              <a:t> \nNode.js\n&lt;$python&gt;&lt;$</a:t>
            </a:r>
            <a:r>
              <a:rPr lang="en-US" err="1"/>
              <a:t>nodejs_small</a:t>
            </a:r>
            <a:r>
              <a:rPr lang="en-US"/>
              <a:t>&gt;" as API</a:t>
            </a:r>
          </a:p>
          <a:p>
            <a:pPr>
              <a:buNone/>
            </a:pPr>
            <a:r>
              <a:rPr lang="en-US"/>
              <a:t>end box</a:t>
            </a:r>
          </a:p>
          <a:p>
            <a:pPr>
              <a:buNone/>
            </a:pPr>
            <a:r>
              <a:rPr lang="en-US"/>
              <a:t>box "Container" #Pink</a:t>
            </a:r>
          </a:p>
          <a:p>
            <a:pPr>
              <a:buNone/>
            </a:pPr>
            <a:r>
              <a:rPr lang="en-US"/>
              <a:t>database "Database" as </a:t>
            </a:r>
            <a:r>
              <a:rPr lang="en-US" err="1"/>
              <a:t>db</a:t>
            </a:r>
          </a:p>
          <a:p>
            <a:pPr>
              <a:buNone/>
            </a:pPr>
            <a:r>
              <a:rPr lang="en-US"/>
              <a:t>end box</a:t>
            </a:r>
          </a:p>
          <a:p>
            <a:pPr>
              <a:buNone/>
            </a:pPr>
            <a:r>
              <a:rPr lang="en-US"/>
              <a:t> </a:t>
            </a:r>
          </a:p>
          <a:p>
            <a:pPr>
              <a:buNone/>
            </a:pPr>
            <a:r>
              <a:rPr lang="en-US"/>
              <a:t> </a:t>
            </a:r>
          </a:p>
          <a:p>
            <a:pPr>
              <a:buNone/>
            </a:pPr>
            <a:r>
              <a:rPr lang="en-US"/>
              <a:t>end box</a:t>
            </a:r>
          </a:p>
          <a:p>
            <a:pPr>
              <a:buNone/>
            </a:pPr>
            <a:r>
              <a:rPr lang="en-US"/>
              <a:t> </a:t>
            </a:r>
          </a:p>
          <a:p>
            <a:pPr>
              <a:buNone/>
            </a:pPr>
            <a:r>
              <a:rPr lang="en-US"/>
              <a:t>User -&gt; webapp</a:t>
            </a:r>
          </a:p>
          <a:p>
            <a:pPr>
              <a:buNone/>
            </a:pPr>
            <a:r>
              <a:rPr lang="en-US"/>
              <a:t>webapp -&gt; API : HTTP(s) GET </a:t>
            </a:r>
            <a:r>
              <a:rPr lang="en-US" err="1"/>
              <a:t>myapi</a:t>
            </a:r>
            <a:r>
              <a:rPr lang="en-US"/>
              <a:t>/name</a:t>
            </a:r>
          </a:p>
          <a:p>
            <a:pPr>
              <a:buNone/>
            </a:pPr>
            <a:r>
              <a:rPr lang="en-US"/>
              <a:t>API -&gt; </a:t>
            </a:r>
            <a:r>
              <a:rPr lang="en-US" err="1"/>
              <a:t>db</a:t>
            </a:r>
            <a:r>
              <a:rPr lang="en-US"/>
              <a:t> : SQL/NoSQL query "name"</a:t>
            </a:r>
          </a:p>
          <a:p>
            <a:pPr>
              <a:buNone/>
            </a:pPr>
            <a:r>
              <a:rPr lang="en-US" err="1"/>
              <a:t>db</a:t>
            </a:r>
            <a:r>
              <a:rPr lang="en-US"/>
              <a:t> -&gt; API : SQL/NoSQL result:\</a:t>
            </a:r>
            <a:r>
              <a:rPr lang="en-US" err="1"/>
              <a:t>n"John</a:t>
            </a:r>
            <a:r>
              <a:rPr lang="en-US"/>
              <a:t> Carpenter"</a:t>
            </a:r>
          </a:p>
          <a:p>
            <a:pPr>
              <a:buNone/>
            </a:pPr>
            <a:r>
              <a:rPr lang="en-US"/>
              <a:t>API -&gt; webapp : HTTP(s) JSON response \n{name: 'John Carpenter'}</a:t>
            </a:r>
          </a:p>
          <a:p>
            <a:pPr>
              <a:buNone/>
            </a:pPr>
            <a:r>
              <a:rPr lang="en-US"/>
              <a:t>User &lt;- webapp</a:t>
            </a:r>
          </a:p>
          <a:p>
            <a:pPr marL="0" lvl="0" indent="0" algn="l">
              <a:spcBef>
                <a:spcPts val="0"/>
              </a:spcBef>
              <a:spcAft>
                <a:spcPts val="0"/>
              </a:spcAft>
              <a:buNone/>
            </a:pPr>
            <a:r>
              <a:rPr lang="en-US"/>
              <a:t>@enduml</a:t>
            </a:r>
            <a:endParaRPr/>
          </a:p>
        </p:txBody>
      </p:sp>
      <p:sp>
        <p:nvSpPr>
          <p:cNvPr id="136" name="Google Shape;136;g1852c1aade6_0_5: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txBox="1">
            <a:spLocks noGrp="1"/>
          </p:cNvSpPr>
          <p:nvPr>
            <p:ph type="body" idx="1"/>
          </p:nvPr>
        </p:nvSpPr>
        <p:spPr>
          <a:xfrm>
            <a:off x="755950" y="5078600"/>
            <a:ext cx="6047725" cy="4811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1: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ad996fa6d5_2_0:notes"/>
          <p:cNvSpPr txBox="1">
            <a:spLocks noGrp="1"/>
          </p:cNvSpPr>
          <p:nvPr>
            <p:ph type="body" idx="1"/>
          </p:nvPr>
        </p:nvSpPr>
        <p:spPr>
          <a:xfrm>
            <a:off x="755950" y="5078600"/>
            <a:ext cx="6047700" cy="481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gad996fa6d5_2_0: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020b687594_0_0:notes"/>
          <p:cNvSpPr txBox="1">
            <a:spLocks noGrp="1"/>
          </p:cNvSpPr>
          <p:nvPr>
            <p:ph type="body" idx="1"/>
          </p:nvPr>
        </p:nvSpPr>
        <p:spPr>
          <a:xfrm>
            <a:off x="755950" y="5078600"/>
            <a:ext cx="6047700" cy="481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g1020b687594_0_0: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8:notes"/>
          <p:cNvSpPr txBox="1">
            <a:spLocks noGrp="1"/>
          </p:cNvSpPr>
          <p:nvPr>
            <p:ph type="body" idx="1"/>
          </p:nvPr>
        </p:nvSpPr>
        <p:spPr>
          <a:xfrm>
            <a:off x="755950" y="5078600"/>
            <a:ext cx="6047725" cy="4811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8: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2"/>
        <p:cNvGrpSpPr/>
        <p:nvPr/>
      </p:nvGrpSpPr>
      <p:grpSpPr>
        <a:xfrm>
          <a:off x="0" y="0"/>
          <a:ext cx="0" cy="0"/>
          <a:chOff x="0" y="0"/>
          <a:chExt cx="0" cy="0"/>
        </a:xfrm>
      </p:grpSpPr>
      <p:sp>
        <p:nvSpPr>
          <p:cNvPr id="13" name="Google Shape;13;p2"/>
          <p:cNvSpPr txBox="1">
            <a:spLocks noGrp="1"/>
          </p:cNvSpPr>
          <p:nvPr>
            <p:ph type="subTitle" idx="1"/>
          </p:nvPr>
        </p:nvSpPr>
        <p:spPr>
          <a:xfrm>
            <a:off x="326551" y="244939"/>
            <a:ext cx="8490300" cy="2839200"/>
          </a:xfrm>
          <a:prstGeom prst="rect">
            <a:avLst/>
          </a:prstGeom>
          <a:noFill/>
          <a:ln>
            <a:noFill/>
          </a:ln>
        </p:spPr>
        <p:txBody>
          <a:bodyPr spcFirstLastPara="1" wrap="square" lIns="76025" tIns="76025" rIns="76025" bIns="76025" anchor="t"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4"/>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17" name="Google Shape;17;p4"/>
          <p:cNvSpPr txBox="1">
            <a:spLocks noGrp="1"/>
          </p:cNvSpPr>
          <p:nvPr>
            <p:ph type="subTitle" idx="1"/>
          </p:nvPr>
        </p:nvSpPr>
        <p:spPr>
          <a:xfrm>
            <a:off x="326551" y="1347165"/>
            <a:ext cx="8327100" cy="3184200"/>
          </a:xfrm>
          <a:prstGeom prst="rect">
            <a:avLst/>
          </a:prstGeom>
          <a:noFill/>
          <a:ln>
            <a:noFill/>
          </a:ln>
        </p:spPr>
        <p:txBody>
          <a:bodyPr spcFirstLastPara="1" wrap="square" lIns="76025" tIns="76025" rIns="76025" bIns="76025" anchor="t"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20" name="Google Shape;20;p5"/>
          <p:cNvSpPr txBox="1">
            <a:spLocks noGrp="1"/>
          </p:cNvSpPr>
          <p:nvPr>
            <p:ph type="body" idx="1"/>
          </p:nvPr>
        </p:nvSpPr>
        <p:spPr>
          <a:xfrm>
            <a:off x="326551" y="1347165"/>
            <a:ext cx="83271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23" name="Google Shape;23;p6"/>
          <p:cNvSpPr txBox="1">
            <a:spLocks noGrp="1"/>
          </p:cNvSpPr>
          <p:nvPr>
            <p:ph type="body" idx="1"/>
          </p:nvPr>
        </p:nvSpPr>
        <p:spPr>
          <a:xfrm>
            <a:off x="326551" y="1347165"/>
            <a:ext cx="40632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24" name="Google Shape;24;p6"/>
          <p:cNvSpPr txBox="1">
            <a:spLocks noGrp="1"/>
          </p:cNvSpPr>
          <p:nvPr>
            <p:ph type="body" idx="2"/>
          </p:nvPr>
        </p:nvSpPr>
        <p:spPr>
          <a:xfrm>
            <a:off x="4593269" y="1347165"/>
            <a:ext cx="40632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7"/>
        <p:cNvGrpSpPr/>
        <p:nvPr/>
      </p:nvGrpSpPr>
      <p:grpSpPr>
        <a:xfrm>
          <a:off x="0" y="0"/>
          <a:ext cx="0" cy="0"/>
          <a:chOff x="0" y="0"/>
          <a:chExt cx="0" cy="0"/>
        </a:xfrm>
      </p:grpSpPr>
      <p:sp>
        <p:nvSpPr>
          <p:cNvPr id="28" name="Google Shape;28;p8"/>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29" name="Google Shape;29;p8"/>
          <p:cNvSpPr txBox="1">
            <a:spLocks noGrp="1"/>
          </p:cNvSpPr>
          <p:nvPr>
            <p:ph type="body" idx="1"/>
          </p:nvPr>
        </p:nvSpPr>
        <p:spPr>
          <a:xfrm>
            <a:off x="326551" y="1347165"/>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30" name="Google Shape;30;p8"/>
          <p:cNvSpPr txBox="1">
            <a:spLocks noGrp="1"/>
          </p:cNvSpPr>
          <p:nvPr>
            <p:ph type="body" idx="2"/>
          </p:nvPr>
        </p:nvSpPr>
        <p:spPr>
          <a:xfrm>
            <a:off x="326551" y="3010302"/>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31" name="Google Shape;31;p8"/>
          <p:cNvSpPr txBox="1">
            <a:spLocks noGrp="1"/>
          </p:cNvSpPr>
          <p:nvPr>
            <p:ph type="body" idx="3"/>
          </p:nvPr>
        </p:nvSpPr>
        <p:spPr>
          <a:xfrm>
            <a:off x="4593269" y="1347165"/>
            <a:ext cx="40632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34" name="Google Shape;34;p9"/>
          <p:cNvSpPr txBox="1">
            <a:spLocks noGrp="1"/>
          </p:cNvSpPr>
          <p:nvPr>
            <p:ph type="body" idx="1"/>
          </p:nvPr>
        </p:nvSpPr>
        <p:spPr>
          <a:xfrm>
            <a:off x="326551" y="1347165"/>
            <a:ext cx="40632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35" name="Google Shape;35;p9"/>
          <p:cNvSpPr txBox="1">
            <a:spLocks noGrp="1"/>
          </p:cNvSpPr>
          <p:nvPr>
            <p:ph type="body" idx="2"/>
          </p:nvPr>
        </p:nvSpPr>
        <p:spPr>
          <a:xfrm>
            <a:off x="4593269" y="1347165"/>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36" name="Google Shape;36;p9"/>
          <p:cNvSpPr txBox="1">
            <a:spLocks noGrp="1"/>
          </p:cNvSpPr>
          <p:nvPr>
            <p:ph type="body" idx="3"/>
          </p:nvPr>
        </p:nvSpPr>
        <p:spPr>
          <a:xfrm>
            <a:off x="4593269" y="3010302"/>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37"/>
        <p:cNvGrpSpPr/>
        <p:nvPr/>
      </p:nvGrpSpPr>
      <p:grpSpPr>
        <a:xfrm>
          <a:off x="0" y="0"/>
          <a:ext cx="0" cy="0"/>
          <a:chOff x="0" y="0"/>
          <a:chExt cx="0" cy="0"/>
        </a:xfrm>
      </p:grpSpPr>
      <p:sp>
        <p:nvSpPr>
          <p:cNvPr id="38" name="Google Shape;38;p10"/>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39" name="Google Shape;39;p10"/>
          <p:cNvSpPr txBox="1">
            <a:spLocks noGrp="1"/>
          </p:cNvSpPr>
          <p:nvPr>
            <p:ph type="body" idx="1"/>
          </p:nvPr>
        </p:nvSpPr>
        <p:spPr>
          <a:xfrm>
            <a:off x="326551" y="1347165"/>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40" name="Google Shape;40;p10"/>
          <p:cNvSpPr txBox="1">
            <a:spLocks noGrp="1"/>
          </p:cNvSpPr>
          <p:nvPr>
            <p:ph type="body" idx="2"/>
          </p:nvPr>
        </p:nvSpPr>
        <p:spPr>
          <a:xfrm>
            <a:off x="4593269" y="1347165"/>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41" name="Google Shape;41;p10"/>
          <p:cNvSpPr txBox="1">
            <a:spLocks noGrp="1"/>
          </p:cNvSpPr>
          <p:nvPr>
            <p:ph type="body" idx="3"/>
          </p:nvPr>
        </p:nvSpPr>
        <p:spPr>
          <a:xfrm>
            <a:off x="326551" y="3010302"/>
            <a:ext cx="83271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2"/>
        <p:cNvGrpSpPr/>
        <p:nvPr/>
      </p:nvGrpSpPr>
      <p:grpSpPr>
        <a:xfrm>
          <a:off x="0" y="0"/>
          <a:ext cx="0" cy="0"/>
          <a:chOff x="0" y="0"/>
          <a:chExt cx="0" cy="0"/>
        </a:xfrm>
      </p:grpSpPr>
      <p:sp>
        <p:nvSpPr>
          <p:cNvPr id="43" name="Google Shape;43;p11"/>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44" name="Google Shape;44;p11"/>
          <p:cNvSpPr txBox="1">
            <a:spLocks noGrp="1"/>
          </p:cNvSpPr>
          <p:nvPr>
            <p:ph type="body" idx="1"/>
          </p:nvPr>
        </p:nvSpPr>
        <p:spPr>
          <a:xfrm>
            <a:off x="326551" y="1347165"/>
            <a:ext cx="83271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45" name="Google Shape;45;p11"/>
          <p:cNvSpPr txBox="1">
            <a:spLocks noGrp="1"/>
          </p:cNvSpPr>
          <p:nvPr>
            <p:ph type="body" idx="2"/>
          </p:nvPr>
        </p:nvSpPr>
        <p:spPr>
          <a:xfrm>
            <a:off x="326551" y="3010302"/>
            <a:ext cx="83271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6"/>
        <p:cNvGrpSpPr/>
        <p:nvPr/>
      </p:nvGrpSpPr>
      <p:grpSpPr>
        <a:xfrm>
          <a:off x="0" y="0"/>
          <a:ext cx="0" cy="0"/>
          <a:chOff x="0" y="0"/>
          <a:chExt cx="0" cy="0"/>
        </a:xfrm>
      </p:grpSpPr>
      <p:sp>
        <p:nvSpPr>
          <p:cNvPr id="47" name="Google Shape;47;p12"/>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48" name="Google Shape;48;p12"/>
          <p:cNvSpPr txBox="1">
            <a:spLocks noGrp="1"/>
          </p:cNvSpPr>
          <p:nvPr>
            <p:ph type="body" idx="1"/>
          </p:nvPr>
        </p:nvSpPr>
        <p:spPr>
          <a:xfrm>
            <a:off x="326551" y="1347165"/>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49" name="Google Shape;49;p12"/>
          <p:cNvSpPr txBox="1">
            <a:spLocks noGrp="1"/>
          </p:cNvSpPr>
          <p:nvPr>
            <p:ph type="body" idx="2"/>
          </p:nvPr>
        </p:nvSpPr>
        <p:spPr>
          <a:xfrm>
            <a:off x="4593269" y="1347165"/>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50" name="Google Shape;50;p12"/>
          <p:cNvSpPr txBox="1">
            <a:spLocks noGrp="1"/>
          </p:cNvSpPr>
          <p:nvPr>
            <p:ph type="body" idx="3"/>
          </p:nvPr>
        </p:nvSpPr>
        <p:spPr>
          <a:xfrm>
            <a:off x="4593269" y="3010302"/>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51" name="Google Shape;51;p12"/>
          <p:cNvSpPr txBox="1">
            <a:spLocks noGrp="1"/>
          </p:cNvSpPr>
          <p:nvPr>
            <p:ph type="body" idx="4"/>
          </p:nvPr>
        </p:nvSpPr>
        <p:spPr>
          <a:xfrm>
            <a:off x="326551" y="3010302"/>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52"/>
        <p:cNvGrpSpPr/>
        <p:nvPr/>
      </p:nvGrpSpPr>
      <p:grpSpPr>
        <a:xfrm>
          <a:off x="0" y="0"/>
          <a:ext cx="0" cy="0"/>
          <a:chOff x="0" y="0"/>
          <a:chExt cx="0" cy="0"/>
        </a:xfrm>
      </p:grpSpPr>
      <p:sp>
        <p:nvSpPr>
          <p:cNvPr id="53" name="Google Shape;53;p13"/>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54" name="Google Shape;54;p13"/>
          <p:cNvSpPr txBox="1">
            <a:spLocks noGrp="1"/>
          </p:cNvSpPr>
          <p:nvPr>
            <p:ph type="body" idx="1"/>
          </p:nvPr>
        </p:nvSpPr>
        <p:spPr>
          <a:xfrm>
            <a:off x="326551" y="1347165"/>
            <a:ext cx="83271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55" name="Google Shape;55;p13"/>
          <p:cNvSpPr txBox="1">
            <a:spLocks noGrp="1"/>
          </p:cNvSpPr>
          <p:nvPr>
            <p:ph type="body" idx="2"/>
          </p:nvPr>
        </p:nvSpPr>
        <p:spPr>
          <a:xfrm>
            <a:off x="326551" y="1347165"/>
            <a:ext cx="83271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56" name="Google Shape;56;p13"/>
          <p:cNvSpPr/>
          <p:nvPr/>
        </p:nvSpPr>
        <p:spPr>
          <a:xfrm>
            <a:off x="326551" y="1347165"/>
            <a:ext cx="8327100" cy="3184200"/>
          </a:xfrm>
          <a:prstGeom prst="rect">
            <a:avLst/>
          </a:prstGeom>
          <a:noFill/>
          <a:ln>
            <a:noFill/>
          </a:ln>
        </p:spPr>
      </p:sp>
      <p:sp>
        <p:nvSpPr>
          <p:cNvPr id="57" name="Google Shape;57;p13"/>
          <p:cNvSpPr/>
          <p:nvPr/>
        </p:nvSpPr>
        <p:spPr>
          <a:xfrm>
            <a:off x="326551" y="1347165"/>
            <a:ext cx="8327100" cy="31842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70" name="Google Shape;70;p15"/>
          <p:cNvSpPr txBox="1">
            <a:spLocks noGrp="1"/>
          </p:cNvSpPr>
          <p:nvPr>
            <p:ph type="body" idx="1"/>
          </p:nvPr>
        </p:nvSpPr>
        <p:spPr>
          <a:xfrm>
            <a:off x="326551" y="1347165"/>
            <a:ext cx="83271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71"/>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74" name="Google Shape;74;p17"/>
          <p:cNvSpPr txBox="1">
            <a:spLocks noGrp="1"/>
          </p:cNvSpPr>
          <p:nvPr>
            <p:ph type="subTitle" idx="1"/>
          </p:nvPr>
        </p:nvSpPr>
        <p:spPr>
          <a:xfrm>
            <a:off x="326551" y="1347165"/>
            <a:ext cx="8327100" cy="3184200"/>
          </a:xfrm>
          <a:prstGeom prst="rect">
            <a:avLst/>
          </a:prstGeom>
          <a:noFill/>
          <a:ln>
            <a:noFill/>
          </a:ln>
        </p:spPr>
        <p:txBody>
          <a:bodyPr spcFirstLastPara="1" wrap="square" lIns="76025" tIns="76025" rIns="76025" bIns="76025" anchor="t"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75"/>
        <p:cNvGrpSpPr/>
        <p:nvPr/>
      </p:nvGrpSpPr>
      <p:grpSpPr>
        <a:xfrm>
          <a:off x="0" y="0"/>
          <a:ext cx="0" cy="0"/>
          <a:chOff x="0" y="0"/>
          <a:chExt cx="0" cy="0"/>
        </a:xfrm>
      </p:grpSpPr>
      <p:sp>
        <p:nvSpPr>
          <p:cNvPr id="76" name="Google Shape;76;p18"/>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77" name="Google Shape;77;p18"/>
          <p:cNvSpPr txBox="1">
            <a:spLocks noGrp="1"/>
          </p:cNvSpPr>
          <p:nvPr>
            <p:ph type="body" idx="1"/>
          </p:nvPr>
        </p:nvSpPr>
        <p:spPr>
          <a:xfrm>
            <a:off x="326551" y="1347165"/>
            <a:ext cx="40632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78" name="Google Shape;78;p18"/>
          <p:cNvSpPr txBox="1">
            <a:spLocks noGrp="1"/>
          </p:cNvSpPr>
          <p:nvPr>
            <p:ph type="body" idx="2"/>
          </p:nvPr>
        </p:nvSpPr>
        <p:spPr>
          <a:xfrm>
            <a:off x="4593269" y="1347165"/>
            <a:ext cx="40632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
        <p:cNvGrpSpPr/>
        <p:nvPr/>
      </p:nvGrpSpPr>
      <p:grpSpPr>
        <a:xfrm>
          <a:off x="0" y="0"/>
          <a:ext cx="0" cy="0"/>
          <a:chOff x="0" y="0"/>
          <a:chExt cx="0" cy="0"/>
        </a:xfrm>
      </p:grpSpPr>
      <p:sp>
        <p:nvSpPr>
          <p:cNvPr id="80" name="Google Shape;80;p19"/>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81"/>
        <p:cNvGrpSpPr/>
        <p:nvPr/>
      </p:nvGrpSpPr>
      <p:grpSpPr>
        <a:xfrm>
          <a:off x="0" y="0"/>
          <a:ext cx="0" cy="0"/>
          <a:chOff x="0" y="0"/>
          <a:chExt cx="0" cy="0"/>
        </a:xfrm>
      </p:grpSpPr>
      <p:sp>
        <p:nvSpPr>
          <p:cNvPr id="82" name="Google Shape;82;p20"/>
          <p:cNvSpPr txBox="1">
            <a:spLocks noGrp="1"/>
          </p:cNvSpPr>
          <p:nvPr>
            <p:ph type="subTitle" idx="1"/>
          </p:nvPr>
        </p:nvSpPr>
        <p:spPr>
          <a:xfrm>
            <a:off x="326551" y="244939"/>
            <a:ext cx="8490300" cy="2839200"/>
          </a:xfrm>
          <a:prstGeom prst="rect">
            <a:avLst/>
          </a:prstGeom>
          <a:noFill/>
          <a:ln>
            <a:noFill/>
          </a:ln>
        </p:spPr>
        <p:txBody>
          <a:bodyPr spcFirstLastPara="1" wrap="square" lIns="76025" tIns="76025" rIns="76025" bIns="76025" anchor="t"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83"/>
        <p:cNvGrpSpPr/>
        <p:nvPr/>
      </p:nvGrpSpPr>
      <p:grpSpPr>
        <a:xfrm>
          <a:off x="0" y="0"/>
          <a:ext cx="0" cy="0"/>
          <a:chOff x="0" y="0"/>
          <a:chExt cx="0" cy="0"/>
        </a:xfrm>
      </p:grpSpPr>
      <p:sp>
        <p:nvSpPr>
          <p:cNvPr id="84" name="Google Shape;84;p21"/>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85" name="Google Shape;85;p21"/>
          <p:cNvSpPr txBox="1">
            <a:spLocks noGrp="1"/>
          </p:cNvSpPr>
          <p:nvPr>
            <p:ph type="body" idx="1"/>
          </p:nvPr>
        </p:nvSpPr>
        <p:spPr>
          <a:xfrm>
            <a:off x="326551" y="1347165"/>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86" name="Google Shape;86;p21"/>
          <p:cNvSpPr txBox="1">
            <a:spLocks noGrp="1"/>
          </p:cNvSpPr>
          <p:nvPr>
            <p:ph type="body" idx="2"/>
          </p:nvPr>
        </p:nvSpPr>
        <p:spPr>
          <a:xfrm>
            <a:off x="326551" y="3010302"/>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87" name="Google Shape;87;p21"/>
          <p:cNvSpPr txBox="1">
            <a:spLocks noGrp="1"/>
          </p:cNvSpPr>
          <p:nvPr>
            <p:ph type="body" idx="3"/>
          </p:nvPr>
        </p:nvSpPr>
        <p:spPr>
          <a:xfrm>
            <a:off x="4593269" y="1347165"/>
            <a:ext cx="40632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88"/>
        <p:cNvGrpSpPr/>
        <p:nvPr/>
      </p:nvGrpSpPr>
      <p:grpSpPr>
        <a:xfrm>
          <a:off x="0" y="0"/>
          <a:ext cx="0" cy="0"/>
          <a:chOff x="0" y="0"/>
          <a:chExt cx="0" cy="0"/>
        </a:xfrm>
      </p:grpSpPr>
      <p:sp>
        <p:nvSpPr>
          <p:cNvPr id="89" name="Google Shape;89;p22"/>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90" name="Google Shape;90;p22"/>
          <p:cNvSpPr txBox="1">
            <a:spLocks noGrp="1"/>
          </p:cNvSpPr>
          <p:nvPr>
            <p:ph type="body" idx="1"/>
          </p:nvPr>
        </p:nvSpPr>
        <p:spPr>
          <a:xfrm>
            <a:off x="326551" y="1347165"/>
            <a:ext cx="40632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91" name="Google Shape;91;p22"/>
          <p:cNvSpPr txBox="1">
            <a:spLocks noGrp="1"/>
          </p:cNvSpPr>
          <p:nvPr>
            <p:ph type="body" idx="2"/>
          </p:nvPr>
        </p:nvSpPr>
        <p:spPr>
          <a:xfrm>
            <a:off x="4593269" y="1347165"/>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92" name="Google Shape;92;p22"/>
          <p:cNvSpPr txBox="1">
            <a:spLocks noGrp="1"/>
          </p:cNvSpPr>
          <p:nvPr>
            <p:ph type="body" idx="3"/>
          </p:nvPr>
        </p:nvSpPr>
        <p:spPr>
          <a:xfrm>
            <a:off x="4593269" y="3010302"/>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93"/>
        <p:cNvGrpSpPr/>
        <p:nvPr/>
      </p:nvGrpSpPr>
      <p:grpSpPr>
        <a:xfrm>
          <a:off x="0" y="0"/>
          <a:ext cx="0" cy="0"/>
          <a:chOff x="0" y="0"/>
          <a:chExt cx="0" cy="0"/>
        </a:xfrm>
      </p:grpSpPr>
      <p:sp>
        <p:nvSpPr>
          <p:cNvPr id="94" name="Google Shape;94;p23"/>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95" name="Google Shape;95;p23"/>
          <p:cNvSpPr txBox="1">
            <a:spLocks noGrp="1"/>
          </p:cNvSpPr>
          <p:nvPr>
            <p:ph type="body" idx="1"/>
          </p:nvPr>
        </p:nvSpPr>
        <p:spPr>
          <a:xfrm>
            <a:off x="326551" y="1347165"/>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96" name="Google Shape;96;p23"/>
          <p:cNvSpPr txBox="1">
            <a:spLocks noGrp="1"/>
          </p:cNvSpPr>
          <p:nvPr>
            <p:ph type="body" idx="2"/>
          </p:nvPr>
        </p:nvSpPr>
        <p:spPr>
          <a:xfrm>
            <a:off x="4593269" y="1347165"/>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97" name="Google Shape;97;p23"/>
          <p:cNvSpPr txBox="1">
            <a:spLocks noGrp="1"/>
          </p:cNvSpPr>
          <p:nvPr>
            <p:ph type="body" idx="3"/>
          </p:nvPr>
        </p:nvSpPr>
        <p:spPr>
          <a:xfrm>
            <a:off x="326551" y="3010302"/>
            <a:ext cx="83271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98"/>
        <p:cNvGrpSpPr/>
        <p:nvPr/>
      </p:nvGrpSpPr>
      <p:grpSpPr>
        <a:xfrm>
          <a:off x="0" y="0"/>
          <a:ext cx="0" cy="0"/>
          <a:chOff x="0" y="0"/>
          <a:chExt cx="0" cy="0"/>
        </a:xfrm>
      </p:grpSpPr>
      <p:sp>
        <p:nvSpPr>
          <p:cNvPr id="99" name="Google Shape;99;p24"/>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100" name="Google Shape;100;p24"/>
          <p:cNvSpPr txBox="1">
            <a:spLocks noGrp="1"/>
          </p:cNvSpPr>
          <p:nvPr>
            <p:ph type="body" idx="1"/>
          </p:nvPr>
        </p:nvSpPr>
        <p:spPr>
          <a:xfrm>
            <a:off x="326551" y="1347165"/>
            <a:ext cx="83271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101" name="Google Shape;101;p24"/>
          <p:cNvSpPr txBox="1">
            <a:spLocks noGrp="1"/>
          </p:cNvSpPr>
          <p:nvPr>
            <p:ph type="body" idx="2"/>
          </p:nvPr>
        </p:nvSpPr>
        <p:spPr>
          <a:xfrm>
            <a:off x="326551" y="3010302"/>
            <a:ext cx="83271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02"/>
        <p:cNvGrpSpPr/>
        <p:nvPr/>
      </p:nvGrpSpPr>
      <p:grpSpPr>
        <a:xfrm>
          <a:off x="0" y="0"/>
          <a:ext cx="0" cy="0"/>
          <a:chOff x="0" y="0"/>
          <a:chExt cx="0" cy="0"/>
        </a:xfrm>
      </p:grpSpPr>
      <p:sp>
        <p:nvSpPr>
          <p:cNvPr id="103" name="Google Shape;103;p25"/>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104" name="Google Shape;104;p25"/>
          <p:cNvSpPr txBox="1">
            <a:spLocks noGrp="1"/>
          </p:cNvSpPr>
          <p:nvPr>
            <p:ph type="body" idx="1"/>
          </p:nvPr>
        </p:nvSpPr>
        <p:spPr>
          <a:xfrm>
            <a:off x="326551" y="1347165"/>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105" name="Google Shape;105;p25"/>
          <p:cNvSpPr txBox="1">
            <a:spLocks noGrp="1"/>
          </p:cNvSpPr>
          <p:nvPr>
            <p:ph type="body" idx="2"/>
          </p:nvPr>
        </p:nvSpPr>
        <p:spPr>
          <a:xfrm>
            <a:off x="4593269" y="1347165"/>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106" name="Google Shape;106;p25"/>
          <p:cNvSpPr txBox="1">
            <a:spLocks noGrp="1"/>
          </p:cNvSpPr>
          <p:nvPr>
            <p:ph type="body" idx="3"/>
          </p:nvPr>
        </p:nvSpPr>
        <p:spPr>
          <a:xfrm>
            <a:off x="4593269" y="3010302"/>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107" name="Google Shape;107;p25"/>
          <p:cNvSpPr txBox="1">
            <a:spLocks noGrp="1"/>
          </p:cNvSpPr>
          <p:nvPr>
            <p:ph type="body" idx="4"/>
          </p:nvPr>
        </p:nvSpPr>
        <p:spPr>
          <a:xfrm>
            <a:off x="326551" y="3010302"/>
            <a:ext cx="4063200" cy="15186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08"/>
        <p:cNvGrpSpPr/>
        <p:nvPr/>
      </p:nvGrpSpPr>
      <p:grpSpPr>
        <a:xfrm>
          <a:off x="0" y="0"/>
          <a:ext cx="0" cy="0"/>
          <a:chOff x="0" y="0"/>
          <a:chExt cx="0" cy="0"/>
        </a:xfrm>
      </p:grpSpPr>
      <p:sp>
        <p:nvSpPr>
          <p:cNvPr id="109" name="Google Shape;109;p26"/>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110" name="Google Shape;110;p26"/>
          <p:cNvSpPr txBox="1">
            <a:spLocks noGrp="1"/>
          </p:cNvSpPr>
          <p:nvPr>
            <p:ph type="body" idx="1"/>
          </p:nvPr>
        </p:nvSpPr>
        <p:spPr>
          <a:xfrm>
            <a:off x="326551" y="1347165"/>
            <a:ext cx="83271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111" name="Google Shape;111;p26"/>
          <p:cNvSpPr txBox="1">
            <a:spLocks noGrp="1"/>
          </p:cNvSpPr>
          <p:nvPr>
            <p:ph type="body" idx="2"/>
          </p:nvPr>
        </p:nvSpPr>
        <p:spPr>
          <a:xfrm>
            <a:off x="326551" y="1347165"/>
            <a:ext cx="83271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112" name="Google Shape;112;p26"/>
          <p:cNvSpPr/>
          <p:nvPr/>
        </p:nvSpPr>
        <p:spPr>
          <a:xfrm>
            <a:off x="326551" y="1347165"/>
            <a:ext cx="8327100" cy="3184200"/>
          </a:xfrm>
          <a:prstGeom prst="rect">
            <a:avLst/>
          </a:prstGeom>
          <a:noFill/>
          <a:ln>
            <a:noFill/>
          </a:ln>
        </p:spPr>
      </p:sp>
      <p:sp>
        <p:nvSpPr>
          <p:cNvPr id="113" name="Google Shape;113;p26"/>
          <p:cNvSpPr/>
          <p:nvPr/>
        </p:nvSpPr>
        <p:spPr>
          <a:xfrm>
            <a:off x="326551" y="1347165"/>
            <a:ext cx="8327100" cy="31842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
        <p:cNvGrpSpPr/>
        <p:nvPr/>
      </p:nvGrpSpPr>
      <p:grpSpPr>
        <a:xfrm>
          <a:off x="0" y="0"/>
          <a:ext cx="0" cy="0"/>
          <a:chOff x="0" y="0"/>
          <a:chExt cx="0" cy="0"/>
        </a:xfrm>
      </p:grpSpPr>
      <p:sp>
        <p:nvSpPr>
          <p:cNvPr id="6" name="Google Shape;6;p1"/>
          <p:cNvSpPr/>
          <p:nvPr/>
        </p:nvSpPr>
        <p:spPr>
          <a:xfrm>
            <a:off x="0" y="2143217"/>
            <a:ext cx="8817000" cy="857400"/>
          </a:xfrm>
          <a:prstGeom prst="rect">
            <a:avLst/>
          </a:prstGeom>
          <a:solidFill>
            <a:srgbClr val="E74C3C"/>
          </a:solidFill>
          <a:ln>
            <a:noFill/>
          </a:ln>
        </p:spPr>
        <p:txBody>
          <a:bodyPr spcFirstLastPara="1" wrap="square" lIns="76025" tIns="76025" rIns="76025" bIns="76025" anchor="ctr" anchorCtr="0">
            <a:noAutofit/>
          </a:bodyPr>
          <a:lstStyle/>
          <a:p>
            <a:pPr marL="0" lvl="0" indent="0" algn="l" rtl="0">
              <a:spcBef>
                <a:spcPts val="0"/>
              </a:spcBef>
              <a:spcAft>
                <a:spcPts val="0"/>
              </a:spcAft>
              <a:buNone/>
            </a:pPr>
            <a:endParaRPr/>
          </a:p>
        </p:txBody>
      </p:sp>
      <p:sp>
        <p:nvSpPr>
          <p:cNvPr id="7" name="Google Shape;7;p1"/>
          <p:cNvSpPr txBox="1">
            <a:spLocks noGrp="1"/>
          </p:cNvSpPr>
          <p:nvPr>
            <p:ph type="title"/>
          </p:nvPr>
        </p:nvSpPr>
        <p:spPr>
          <a:xfrm>
            <a:off x="326551" y="2265687"/>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8" name="Google Shape;8;p1"/>
          <p:cNvSpPr txBox="1">
            <a:spLocks noGrp="1"/>
          </p:cNvSpPr>
          <p:nvPr>
            <p:ph type="body" idx="1"/>
          </p:nvPr>
        </p:nvSpPr>
        <p:spPr>
          <a:xfrm>
            <a:off x="489827" y="3184208"/>
            <a:ext cx="8327100" cy="17145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9" name="Google Shape;9;p1"/>
          <p:cNvSpPr txBox="1">
            <a:spLocks noGrp="1"/>
          </p:cNvSpPr>
          <p:nvPr>
            <p:ph type="dt" idx="10"/>
          </p:nvPr>
        </p:nvSpPr>
        <p:spPr>
          <a:xfrm>
            <a:off x="6857575" y="4653843"/>
            <a:ext cx="2122500" cy="367500"/>
          </a:xfrm>
          <a:prstGeom prst="rect">
            <a:avLst/>
          </a:prstGeom>
          <a:noFill/>
          <a:ln>
            <a:noFill/>
          </a:ln>
        </p:spPr>
        <p:txBody>
          <a:bodyPr spcFirstLastPara="1" wrap="square" lIns="76025" tIns="76025" rIns="76025" bIns="76025" anchor="ctr"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10" name="Google Shape;10;p1"/>
          <p:cNvSpPr txBox="1">
            <a:spLocks noGrp="1"/>
          </p:cNvSpPr>
          <p:nvPr>
            <p:ph type="ftr" idx="11"/>
          </p:nvPr>
        </p:nvSpPr>
        <p:spPr>
          <a:xfrm>
            <a:off x="979654" y="4653843"/>
            <a:ext cx="2939100" cy="367500"/>
          </a:xfrm>
          <a:prstGeom prst="rect">
            <a:avLst/>
          </a:prstGeom>
          <a:noFill/>
          <a:ln>
            <a:noFill/>
          </a:ln>
        </p:spPr>
        <p:txBody>
          <a:bodyPr spcFirstLastPara="1" wrap="square" lIns="76025" tIns="76025" rIns="76025" bIns="76025" anchor="ctr"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11" name="Google Shape;11;p1"/>
          <p:cNvSpPr txBox="1">
            <a:spLocks noGrp="1"/>
          </p:cNvSpPr>
          <p:nvPr>
            <p:ph type="sldNum" idx="12"/>
          </p:nvPr>
        </p:nvSpPr>
        <p:spPr>
          <a:xfrm>
            <a:off x="163276" y="4653843"/>
            <a:ext cx="489900" cy="367500"/>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1500" b="1" i="0" u="none" strike="noStrike" cap="none">
                <a:solidFill>
                  <a:srgbClr val="FFFFFF"/>
                </a:solidFill>
                <a:latin typeface="Source Sans Pro"/>
                <a:ea typeface="Source Sans Pro"/>
                <a:cs typeface="Source Sans Pro"/>
                <a:sym typeface="Source Sans Pro"/>
              </a:defRPr>
            </a:lvl1pPr>
            <a:lvl2pPr marL="0" marR="0" lvl="1" indent="0" algn="r" rtl="0">
              <a:spcBef>
                <a:spcPts val="0"/>
              </a:spcBef>
              <a:buNone/>
              <a:defRPr sz="1500" b="1" i="0" u="none" strike="noStrike" cap="none">
                <a:solidFill>
                  <a:srgbClr val="FFFFFF"/>
                </a:solidFill>
                <a:latin typeface="Source Sans Pro"/>
                <a:ea typeface="Source Sans Pro"/>
                <a:cs typeface="Source Sans Pro"/>
                <a:sym typeface="Source Sans Pro"/>
              </a:defRPr>
            </a:lvl2pPr>
            <a:lvl3pPr marL="0" marR="0" lvl="2" indent="0" algn="r" rtl="0">
              <a:spcBef>
                <a:spcPts val="0"/>
              </a:spcBef>
              <a:buNone/>
              <a:defRPr sz="1500" b="1" i="0" u="none" strike="noStrike" cap="none">
                <a:solidFill>
                  <a:srgbClr val="FFFFFF"/>
                </a:solidFill>
                <a:latin typeface="Source Sans Pro"/>
                <a:ea typeface="Source Sans Pro"/>
                <a:cs typeface="Source Sans Pro"/>
                <a:sym typeface="Source Sans Pro"/>
              </a:defRPr>
            </a:lvl3pPr>
            <a:lvl4pPr marL="0" marR="0" lvl="3" indent="0" algn="r" rtl="0">
              <a:spcBef>
                <a:spcPts val="0"/>
              </a:spcBef>
              <a:buNone/>
              <a:defRPr sz="1500" b="1" i="0" u="none" strike="noStrike" cap="none">
                <a:solidFill>
                  <a:srgbClr val="FFFFFF"/>
                </a:solidFill>
                <a:latin typeface="Source Sans Pro"/>
                <a:ea typeface="Source Sans Pro"/>
                <a:cs typeface="Source Sans Pro"/>
                <a:sym typeface="Source Sans Pro"/>
              </a:defRPr>
            </a:lvl4pPr>
            <a:lvl5pPr marL="0" marR="0" lvl="4" indent="0" algn="r" rtl="0">
              <a:spcBef>
                <a:spcPts val="0"/>
              </a:spcBef>
              <a:buNone/>
              <a:defRPr sz="1500" b="1" i="0" u="none" strike="noStrike" cap="none">
                <a:solidFill>
                  <a:srgbClr val="FFFFFF"/>
                </a:solidFill>
                <a:latin typeface="Source Sans Pro"/>
                <a:ea typeface="Source Sans Pro"/>
                <a:cs typeface="Source Sans Pro"/>
                <a:sym typeface="Source Sans Pro"/>
              </a:defRPr>
            </a:lvl5pPr>
            <a:lvl6pPr marL="0" marR="0" lvl="5" indent="0" algn="r" rtl="0">
              <a:spcBef>
                <a:spcPts val="0"/>
              </a:spcBef>
              <a:buNone/>
              <a:defRPr sz="1500" b="1" i="0" u="none" strike="noStrike" cap="none">
                <a:solidFill>
                  <a:srgbClr val="FFFFFF"/>
                </a:solidFill>
                <a:latin typeface="Source Sans Pro"/>
                <a:ea typeface="Source Sans Pro"/>
                <a:cs typeface="Source Sans Pro"/>
                <a:sym typeface="Source Sans Pro"/>
              </a:defRPr>
            </a:lvl6pPr>
            <a:lvl7pPr marL="0" marR="0" lvl="6" indent="0" algn="r" rtl="0">
              <a:spcBef>
                <a:spcPts val="0"/>
              </a:spcBef>
              <a:buNone/>
              <a:defRPr sz="1500" b="1" i="0" u="none" strike="noStrike" cap="none">
                <a:solidFill>
                  <a:srgbClr val="FFFFFF"/>
                </a:solidFill>
                <a:latin typeface="Source Sans Pro"/>
                <a:ea typeface="Source Sans Pro"/>
                <a:cs typeface="Source Sans Pro"/>
                <a:sym typeface="Source Sans Pro"/>
              </a:defRPr>
            </a:lvl7pPr>
            <a:lvl8pPr marL="0" marR="0" lvl="7" indent="0" algn="r" rtl="0">
              <a:spcBef>
                <a:spcPts val="0"/>
              </a:spcBef>
              <a:buNone/>
              <a:defRPr sz="1500" b="1" i="0" u="none" strike="noStrike" cap="none">
                <a:solidFill>
                  <a:srgbClr val="FFFFFF"/>
                </a:solidFill>
                <a:latin typeface="Source Sans Pro"/>
                <a:ea typeface="Source Sans Pro"/>
                <a:cs typeface="Source Sans Pro"/>
                <a:sym typeface="Source Sans Pro"/>
              </a:defRPr>
            </a:lvl8pPr>
            <a:lvl9pPr marL="0" marR="0" lvl="8" indent="0" algn="r" rtl="0">
              <a:spcBef>
                <a:spcPts val="0"/>
              </a:spcBef>
              <a:buNone/>
              <a:defRPr sz="1500" b="1" i="0" u="none" strike="noStrike" cap="none">
                <a:solidFill>
                  <a:srgbClr val="FFFFFF"/>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GB"/>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8"/>
        <p:cNvGrpSpPr/>
        <p:nvPr/>
      </p:nvGrpSpPr>
      <p:grpSpPr>
        <a:xfrm>
          <a:off x="0" y="0"/>
          <a:ext cx="0" cy="0"/>
          <a:chOff x="0" y="0"/>
          <a:chExt cx="0" cy="0"/>
        </a:xfrm>
      </p:grpSpPr>
      <p:sp>
        <p:nvSpPr>
          <p:cNvPr id="59" name="Google Shape;59;p14"/>
          <p:cNvSpPr/>
          <p:nvPr/>
        </p:nvSpPr>
        <p:spPr>
          <a:xfrm>
            <a:off x="0" y="122470"/>
            <a:ext cx="8817000" cy="857400"/>
          </a:xfrm>
          <a:prstGeom prst="rect">
            <a:avLst/>
          </a:prstGeom>
          <a:solidFill>
            <a:srgbClr val="E74C3C"/>
          </a:solidFill>
          <a:ln>
            <a:noFill/>
          </a:ln>
        </p:spPr>
        <p:txBody>
          <a:bodyPr spcFirstLastPara="1" wrap="square" lIns="76025" tIns="76025" rIns="76025" bIns="76025" anchor="ctr" anchorCtr="0">
            <a:noAutofit/>
          </a:bodyPr>
          <a:lstStyle/>
          <a:p>
            <a:pPr marL="0" lvl="0" indent="0" algn="l" rtl="0">
              <a:spcBef>
                <a:spcPts val="0"/>
              </a:spcBef>
              <a:spcAft>
                <a:spcPts val="0"/>
              </a:spcAft>
              <a:buNone/>
            </a:pPr>
            <a:endParaRPr/>
          </a:p>
        </p:txBody>
      </p:sp>
      <p:sp>
        <p:nvSpPr>
          <p:cNvPr id="60" name="Google Shape;60;p14"/>
          <p:cNvSpPr/>
          <p:nvPr/>
        </p:nvSpPr>
        <p:spPr>
          <a:xfrm>
            <a:off x="6857575" y="4653843"/>
            <a:ext cx="2286000" cy="367500"/>
          </a:xfrm>
          <a:prstGeom prst="rect">
            <a:avLst/>
          </a:prstGeom>
          <a:solidFill>
            <a:srgbClr val="E74C3C"/>
          </a:solidFill>
          <a:ln>
            <a:noFill/>
          </a:ln>
        </p:spPr>
        <p:txBody>
          <a:bodyPr spcFirstLastPara="1" wrap="square" lIns="76025" tIns="76025" rIns="76025" bIns="76025" anchor="ctr" anchorCtr="0">
            <a:noAutofit/>
          </a:bodyPr>
          <a:lstStyle/>
          <a:p>
            <a:pPr marL="0" lvl="0" indent="0" algn="l" rtl="0">
              <a:spcBef>
                <a:spcPts val="0"/>
              </a:spcBef>
              <a:spcAft>
                <a:spcPts val="0"/>
              </a:spcAft>
              <a:buNone/>
            </a:pPr>
            <a:endParaRPr/>
          </a:p>
        </p:txBody>
      </p:sp>
      <p:sp>
        <p:nvSpPr>
          <p:cNvPr id="61" name="Google Shape;61;p14"/>
          <p:cNvSpPr/>
          <p:nvPr/>
        </p:nvSpPr>
        <p:spPr>
          <a:xfrm>
            <a:off x="816378" y="4653843"/>
            <a:ext cx="5877900" cy="367500"/>
          </a:xfrm>
          <a:prstGeom prst="rect">
            <a:avLst/>
          </a:prstGeom>
          <a:solidFill>
            <a:srgbClr val="BDC3C7"/>
          </a:solidFill>
          <a:ln>
            <a:noFill/>
          </a:ln>
        </p:spPr>
        <p:txBody>
          <a:bodyPr spcFirstLastPara="1" wrap="square" lIns="76025" tIns="76025" rIns="76025" bIns="76025" anchor="ctr" anchorCtr="0">
            <a:noAutofit/>
          </a:bodyPr>
          <a:lstStyle/>
          <a:p>
            <a:pPr marL="0" lvl="0" indent="0" algn="l" rtl="0">
              <a:spcBef>
                <a:spcPts val="0"/>
              </a:spcBef>
              <a:spcAft>
                <a:spcPts val="0"/>
              </a:spcAft>
              <a:buNone/>
            </a:pPr>
            <a:endParaRPr/>
          </a:p>
        </p:txBody>
      </p:sp>
      <p:sp>
        <p:nvSpPr>
          <p:cNvPr id="62" name="Google Shape;62;p14"/>
          <p:cNvSpPr/>
          <p:nvPr/>
        </p:nvSpPr>
        <p:spPr>
          <a:xfrm>
            <a:off x="163276" y="4653843"/>
            <a:ext cx="489900" cy="367500"/>
          </a:xfrm>
          <a:prstGeom prst="rect">
            <a:avLst/>
          </a:prstGeom>
          <a:solidFill>
            <a:srgbClr val="F44336"/>
          </a:solidFill>
          <a:ln>
            <a:noFill/>
          </a:ln>
        </p:spPr>
        <p:txBody>
          <a:bodyPr spcFirstLastPara="1" wrap="square" lIns="76025" tIns="76025" rIns="76025" bIns="76025" anchor="ctr" anchorCtr="0">
            <a:noAutofit/>
          </a:bodyPr>
          <a:lstStyle/>
          <a:p>
            <a:pPr marL="0" lvl="0" indent="0" algn="l" rtl="0">
              <a:spcBef>
                <a:spcPts val="0"/>
              </a:spcBef>
              <a:spcAft>
                <a:spcPts val="0"/>
              </a:spcAft>
              <a:buNone/>
            </a:pPr>
            <a:endParaRPr/>
          </a:p>
        </p:txBody>
      </p:sp>
      <p:sp>
        <p:nvSpPr>
          <p:cNvPr id="63" name="Google Shape;63;p14"/>
          <p:cNvSpPr txBox="1">
            <a:spLocks noGrp="1"/>
          </p:cNvSpPr>
          <p:nvPr>
            <p:ph type="title"/>
          </p:nvPr>
        </p:nvSpPr>
        <p:spPr>
          <a:xfrm>
            <a:off x="326551" y="244939"/>
            <a:ext cx="8490300" cy="612300"/>
          </a:xfrm>
          <a:prstGeom prst="rect">
            <a:avLst/>
          </a:prstGeom>
          <a:noFill/>
          <a:ln>
            <a:noFill/>
          </a:ln>
        </p:spPr>
        <p:txBody>
          <a:bodyPr spcFirstLastPara="1" wrap="square" lIns="76025" tIns="76025" rIns="76025" bIns="76025" anchor="b"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64" name="Google Shape;64;p14"/>
          <p:cNvSpPr txBox="1">
            <a:spLocks noGrp="1"/>
          </p:cNvSpPr>
          <p:nvPr>
            <p:ph type="body" idx="1"/>
          </p:nvPr>
        </p:nvSpPr>
        <p:spPr>
          <a:xfrm>
            <a:off x="326551" y="1347165"/>
            <a:ext cx="8327100" cy="3184200"/>
          </a:xfrm>
          <a:prstGeom prst="rect">
            <a:avLst/>
          </a:prstGeom>
          <a:noFill/>
          <a:ln>
            <a:noFill/>
          </a:ln>
        </p:spPr>
        <p:txBody>
          <a:bodyPr spcFirstLastPara="1" wrap="square" lIns="76025" tIns="76025" rIns="76025" bIns="76025" anchor="t" anchorCtr="0">
            <a:noAutofit/>
          </a:bodyPr>
          <a:lstStyle>
            <a:lvl1pPr marL="457200" marR="0" lvl="0" indent="-228600" algn="l" rtl="0">
              <a:spcBef>
                <a:spcPts val="0"/>
              </a:spcBef>
              <a:spcAft>
                <a:spcPts val="0"/>
              </a:spcAft>
              <a:buSzPts val="1200"/>
              <a:buNone/>
              <a:defRPr sz="1500" b="0" i="0" u="none" strike="noStrike" cap="none"/>
            </a:lvl1pPr>
            <a:lvl2pPr marL="914400" marR="0" lvl="1" indent="-228600" algn="l" rtl="0">
              <a:spcBef>
                <a:spcPts val="0"/>
              </a:spcBef>
              <a:spcAft>
                <a:spcPts val="0"/>
              </a:spcAft>
              <a:buSzPts val="1200"/>
              <a:buNone/>
              <a:defRPr sz="1500" b="0" i="0" u="none" strike="noStrike" cap="none"/>
            </a:lvl2pPr>
            <a:lvl3pPr marL="1371600" marR="0" lvl="2" indent="-228600" algn="l" rtl="0">
              <a:spcBef>
                <a:spcPts val="0"/>
              </a:spcBef>
              <a:spcAft>
                <a:spcPts val="0"/>
              </a:spcAft>
              <a:buSzPts val="1200"/>
              <a:buNone/>
              <a:defRPr sz="1500" b="0" i="0" u="none" strike="noStrike" cap="none"/>
            </a:lvl3pPr>
            <a:lvl4pPr marL="1828800" marR="0" lvl="3" indent="-228600" algn="l" rtl="0">
              <a:spcBef>
                <a:spcPts val="0"/>
              </a:spcBef>
              <a:spcAft>
                <a:spcPts val="0"/>
              </a:spcAft>
              <a:buSzPts val="1200"/>
              <a:buNone/>
              <a:defRPr sz="1500" b="0" i="0" u="none" strike="noStrike" cap="none"/>
            </a:lvl4pPr>
            <a:lvl5pPr marL="2286000" marR="0" lvl="4" indent="-228600" algn="l" rtl="0">
              <a:spcBef>
                <a:spcPts val="0"/>
              </a:spcBef>
              <a:spcAft>
                <a:spcPts val="0"/>
              </a:spcAft>
              <a:buSzPts val="1200"/>
              <a:buNone/>
              <a:defRPr sz="1500" b="0" i="0" u="none" strike="noStrike" cap="none"/>
            </a:lvl5pPr>
            <a:lvl6pPr marL="2743200" marR="0" lvl="5" indent="-228600" algn="l" rtl="0">
              <a:spcBef>
                <a:spcPts val="0"/>
              </a:spcBef>
              <a:spcAft>
                <a:spcPts val="0"/>
              </a:spcAft>
              <a:buSzPts val="1200"/>
              <a:buNone/>
              <a:defRPr sz="1500" b="0" i="0" u="none" strike="noStrike" cap="none"/>
            </a:lvl6pPr>
            <a:lvl7pPr marL="3200400" marR="0" lvl="6" indent="-228600" algn="l" rtl="0">
              <a:spcBef>
                <a:spcPts val="0"/>
              </a:spcBef>
              <a:spcAft>
                <a:spcPts val="0"/>
              </a:spcAft>
              <a:buSzPts val="1200"/>
              <a:buNone/>
              <a:defRPr sz="1500" b="0" i="0" u="none" strike="noStrike" cap="none"/>
            </a:lvl7pPr>
            <a:lvl8pPr marL="3657600" marR="0" lvl="7" indent="-228600" algn="l" rtl="0">
              <a:spcBef>
                <a:spcPts val="0"/>
              </a:spcBef>
              <a:spcAft>
                <a:spcPts val="0"/>
              </a:spcAft>
              <a:buSzPts val="1200"/>
              <a:buNone/>
              <a:defRPr sz="1500" b="0" i="0" u="none" strike="noStrike" cap="none"/>
            </a:lvl8pPr>
            <a:lvl9pPr marL="4114800" marR="0" lvl="8" indent="-228600" algn="l" rtl="0">
              <a:spcBef>
                <a:spcPts val="0"/>
              </a:spcBef>
              <a:spcAft>
                <a:spcPts val="0"/>
              </a:spcAft>
              <a:buSzPts val="1200"/>
              <a:buNone/>
              <a:defRPr sz="1500" b="0" i="0" u="none" strike="noStrike" cap="none"/>
            </a:lvl9pPr>
          </a:lstStyle>
          <a:p>
            <a:endParaRPr/>
          </a:p>
        </p:txBody>
      </p:sp>
      <p:sp>
        <p:nvSpPr>
          <p:cNvPr id="65" name="Google Shape;65;p14"/>
          <p:cNvSpPr txBox="1">
            <a:spLocks noGrp="1"/>
          </p:cNvSpPr>
          <p:nvPr>
            <p:ph type="dt" idx="10"/>
          </p:nvPr>
        </p:nvSpPr>
        <p:spPr>
          <a:xfrm>
            <a:off x="6857575" y="4653843"/>
            <a:ext cx="2122500" cy="367500"/>
          </a:xfrm>
          <a:prstGeom prst="rect">
            <a:avLst/>
          </a:prstGeom>
          <a:noFill/>
          <a:ln>
            <a:noFill/>
          </a:ln>
        </p:spPr>
        <p:txBody>
          <a:bodyPr spcFirstLastPara="1" wrap="square" lIns="76025" tIns="76025" rIns="76025" bIns="76025" anchor="ctr"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66" name="Google Shape;66;p14"/>
          <p:cNvSpPr txBox="1">
            <a:spLocks noGrp="1"/>
          </p:cNvSpPr>
          <p:nvPr>
            <p:ph type="ftr" idx="11"/>
          </p:nvPr>
        </p:nvSpPr>
        <p:spPr>
          <a:xfrm>
            <a:off x="979654" y="4653843"/>
            <a:ext cx="2939100" cy="367500"/>
          </a:xfrm>
          <a:prstGeom prst="rect">
            <a:avLst/>
          </a:prstGeom>
          <a:noFill/>
          <a:ln>
            <a:noFill/>
          </a:ln>
        </p:spPr>
        <p:txBody>
          <a:bodyPr spcFirstLastPara="1" wrap="square" lIns="76025" tIns="76025" rIns="76025" bIns="76025" anchor="ctr" anchorCtr="0">
            <a:noAutofit/>
          </a:bodyPr>
          <a:lstStyle>
            <a:lvl1pPr marL="0" marR="0" lvl="0" indent="0" algn="l" rtl="0">
              <a:spcBef>
                <a:spcPts val="0"/>
              </a:spcBef>
              <a:spcAft>
                <a:spcPts val="0"/>
              </a:spcAft>
              <a:buSzPts val="1200"/>
              <a:buNone/>
              <a:defRPr sz="1500" b="0" i="0" u="none" strike="noStrike" cap="none"/>
            </a:lvl1pPr>
            <a:lvl2pPr marL="0" marR="0" lvl="1" indent="0" algn="l" rtl="0">
              <a:spcBef>
                <a:spcPts val="0"/>
              </a:spcBef>
              <a:spcAft>
                <a:spcPts val="0"/>
              </a:spcAft>
              <a:buSzPts val="1200"/>
              <a:buNone/>
              <a:defRPr sz="1500" b="0" i="0" u="none" strike="noStrike" cap="none"/>
            </a:lvl2pPr>
            <a:lvl3pPr marL="0" marR="0" lvl="2" indent="0" algn="l" rtl="0">
              <a:spcBef>
                <a:spcPts val="0"/>
              </a:spcBef>
              <a:spcAft>
                <a:spcPts val="0"/>
              </a:spcAft>
              <a:buSzPts val="1200"/>
              <a:buNone/>
              <a:defRPr sz="1500" b="0" i="0" u="none" strike="noStrike" cap="none"/>
            </a:lvl3pPr>
            <a:lvl4pPr marL="0" marR="0" lvl="3" indent="0" algn="l" rtl="0">
              <a:spcBef>
                <a:spcPts val="0"/>
              </a:spcBef>
              <a:spcAft>
                <a:spcPts val="0"/>
              </a:spcAft>
              <a:buSzPts val="1200"/>
              <a:buNone/>
              <a:defRPr sz="1500" b="0" i="0" u="none" strike="noStrike" cap="none"/>
            </a:lvl4pPr>
            <a:lvl5pPr marL="0" marR="0" lvl="4" indent="0" algn="l" rtl="0">
              <a:spcBef>
                <a:spcPts val="0"/>
              </a:spcBef>
              <a:spcAft>
                <a:spcPts val="0"/>
              </a:spcAft>
              <a:buSzPts val="1200"/>
              <a:buNone/>
              <a:defRPr sz="1500" b="0" i="0" u="none" strike="noStrike" cap="none"/>
            </a:lvl5pPr>
            <a:lvl6pPr marL="0" marR="0" lvl="5" indent="0" algn="l" rtl="0">
              <a:spcBef>
                <a:spcPts val="0"/>
              </a:spcBef>
              <a:spcAft>
                <a:spcPts val="0"/>
              </a:spcAft>
              <a:buSzPts val="1200"/>
              <a:buNone/>
              <a:defRPr sz="1500" b="0" i="0" u="none" strike="noStrike" cap="none"/>
            </a:lvl6pPr>
            <a:lvl7pPr marL="0" marR="0" lvl="6" indent="0" algn="l" rtl="0">
              <a:spcBef>
                <a:spcPts val="0"/>
              </a:spcBef>
              <a:spcAft>
                <a:spcPts val="0"/>
              </a:spcAft>
              <a:buSzPts val="1200"/>
              <a:buNone/>
              <a:defRPr sz="1500" b="0" i="0" u="none" strike="noStrike" cap="none"/>
            </a:lvl7pPr>
            <a:lvl8pPr marL="0" marR="0" lvl="7" indent="0" algn="l" rtl="0">
              <a:spcBef>
                <a:spcPts val="0"/>
              </a:spcBef>
              <a:spcAft>
                <a:spcPts val="0"/>
              </a:spcAft>
              <a:buSzPts val="1200"/>
              <a:buNone/>
              <a:defRPr sz="1500" b="0" i="0" u="none" strike="noStrike" cap="none"/>
            </a:lvl8pPr>
            <a:lvl9pPr marL="0" marR="0" lvl="8" indent="0" algn="l" rtl="0">
              <a:spcBef>
                <a:spcPts val="0"/>
              </a:spcBef>
              <a:spcAft>
                <a:spcPts val="0"/>
              </a:spcAft>
              <a:buSzPts val="1200"/>
              <a:buNone/>
              <a:defRPr sz="1500" b="0" i="0" u="none" strike="noStrike" cap="none"/>
            </a:lvl9pPr>
          </a:lstStyle>
          <a:p>
            <a:endParaRPr/>
          </a:p>
        </p:txBody>
      </p:sp>
      <p:sp>
        <p:nvSpPr>
          <p:cNvPr id="67" name="Google Shape;67;p14"/>
          <p:cNvSpPr txBox="1">
            <a:spLocks noGrp="1"/>
          </p:cNvSpPr>
          <p:nvPr>
            <p:ph type="sldNum" idx="12"/>
          </p:nvPr>
        </p:nvSpPr>
        <p:spPr>
          <a:xfrm>
            <a:off x="163276" y="4653843"/>
            <a:ext cx="489900" cy="367500"/>
          </a:xfrm>
          <a:prstGeom prst="rect">
            <a:avLst/>
          </a:prstGeom>
          <a:noFill/>
          <a:ln>
            <a:noFill/>
          </a:ln>
        </p:spPr>
        <p:txBody>
          <a:bodyPr spcFirstLastPara="1" wrap="square" lIns="0" tIns="0" rIns="0" bIns="0" anchor="ctr" anchorCtr="0">
            <a:noAutofit/>
          </a:bodyPr>
          <a:lstStyle>
            <a:lvl1pPr marL="0" marR="0" lvl="0" indent="0" algn="ctr" rtl="0">
              <a:spcBef>
                <a:spcPts val="0"/>
              </a:spcBef>
              <a:buNone/>
              <a:defRPr sz="1500" b="1" i="0" u="none" strike="noStrike" cap="none">
                <a:solidFill>
                  <a:srgbClr val="FFFFFF"/>
                </a:solidFill>
                <a:latin typeface="Source Sans Pro"/>
                <a:ea typeface="Source Sans Pro"/>
                <a:cs typeface="Source Sans Pro"/>
                <a:sym typeface="Source Sans Pro"/>
              </a:defRPr>
            </a:lvl1pPr>
            <a:lvl2pPr marL="0" marR="0" lvl="1" indent="0" algn="ctr" rtl="0">
              <a:spcBef>
                <a:spcPts val="0"/>
              </a:spcBef>
              <a:buNone/>
              <a:defRPr sz="1500" b="1" i="0" u="none" strike="noStrike" cap="none">
                <a:solidFill>
                  <a:srgbClr val="FFFFFF"/>
                </a:solidFill>
                <a:latin typeface="Source Sans Pro"/>
                <a:ea typeface="Source Sans Pro"/>
                <a:cs typeface="Source Sans Pro"/>
                <a:sym typeface="Source Sans Pro"/>
              </a:defRPr>
            </a:lvl2pPr>
            <a:lvl3pPr marL="0" marR="0" lvl="2" indent="0" algn="ctr" rtl="0">
              <a:spcBef>
                <a:spcPts val="0"/>
              </a:spcBef>
              <a:buNone/>
              <a:defRPr sz="1500" b="1" i="0" u="none" strike="noStrike" cap="none">
                <a:solidFill>
                  <a:srgbClr val="FFFFFF"/>
                </a:solidFill>
                <a:latin typeface="Source Sans Pro"/>
                <a:ea typeface="Source Sans Pro"/>
                <a:cs typeface="Source Sans Pro"/>
                <a:sym typeface="Source Sans Pro"/>
              </a:defRPr>
            </a:lvl3pPr>
            <a:lvl4pPr marL="0" marR="0" lvl="3" indent="0" algn="ctr" rtl="0">
              <a:spcBef>
                <a:spcPts val="0"/>
              </a:spcBef>
              <a:buNone/>
              <a:defRPr sz="1500" b="1" i="0" u="none" strike="noStrike" cap="none">
                <a:solidFill>
                  <a:srgbClr val="FFFFFF"/>
                </a:solidFill>
                <a:latin typeface="Source Sans Pro"/>
                <a:ea typeface="Source Sans Pro"/>
                <a:cs typeface="Source Sans Pro"/>
                <a:sym typeface="Source Sans Pro"/>
              </a:defRPr>
            </a:lvl4pPr>
            <a:lvl5pPr marL="0" marR="0" lvl="4" indent="0" algn="ctr" rtl="0">
              <a:spcBef>
                <a:spcPts val="0"/>
              </a:spcBef>
              <a:buNone/>
              <a:defRPr sz="1500" b="1" i="0" u="none" strike="noStrike" cap="none">
                <a:solidFill>
                  <a:srgbClr val="FFFFFF"/>
                </a:solidFill>
                <a:latin typeface="Source Sans Pro"/>
                <a:ea typeface="Source Sans Pro"/>
                <a:cs typeface="Source Sans Pro"/>
                <a:sym typeface="Source Sans Pro"/>
              </a:defRPr>
            </a:lvl5pPr>
            <a:lvl6pPr marL="0" marR="0" lvl="5" indent="0" algn="ctr" rtl="0">
              <a:spcBef>
                <a:spcPts val="0"/>
              </a:spcBef>
              <a:buNone/>
              <a:defRPr sz="1500" b="1" i="0" u="none" strike="noStrike" cap="none">
                <a:solidFill>
                  <a:srgbClr val="FFFFFF"/>
                </a:solidFill>
                <a:latin typeface="Source Sans Pro"/>
                <a:ea typeface="Source Sans Pro"/>
                <a:cs typeface="Source Sans Pro"/>
                <a:sym typeface="Source Sans Pro"/>
              </a:defRPr>
            </a:lvl6pPr>
            <a:lvl7pPr marL="0" marR="0" lvl="6" indent="0" algn="ctr" rtl="0">
              <a:spcBef>
                <a:spcPts val="0"/>
              </a:spcBef>
              <a:buNone/>
              <a:defRPr sz="1500" b="1" i="0" u="none" strike="noStrike" cap="none">
                <a:solidFill>
                  <a:srgbClr val="FFFFFF"/>
                </a:solidFill>
                <a:latin typeface="Source Sans Pro"/>
                <a:ea typeface="Source Sans Pro"/>
                <a:cs typeface="Source Sans Pro"/>
                <a:sym typeface="Source Sans Pro"/>
              </a:defRPr>
            </a:lvl7pPr>
            <a:lvl8pPr marL="0" marR="0" lvl="7" indent="0" algn="ctr" rtl="0">
              <a:spcBef>
                <a:spcPts val="0"/>
              </a:spcBef>
              <a:buNone/>
              <a:defRPr sz="1500" b="1" i="0" u="none" strike="noStrike" cap="none">
                <a:solidFill>
                  <a:srgbClr val="FFFFFF"/>
                </a:solidFill>
                <a:latin typeface="Source Sans Pro"/>
                <a:ea typeface="Source Sans Pro"/>
                <a:cs typeface="Source Sans Pro"/>
                <a:sym typeface="Source Sans Pro"/>
              </a:defRPr>
            </a:lvl8pPr>
            <a:lvl9pPr marL="0" marR="0" lvl="8" indent="0" algn="ctr" rtl="0">
              <a:spcBef>
                <a:spcPts val="0"/>
              </a:spcBef>
              <a:buNone/>
              <a:defRPr sz="1500" b="1" i="0" u="none" strike="noStrike" cap="none">
                <a:solidFill>
                  <a:srgbClr val="FFFFFF"/>
                </a:solidFill>
                <a:latin typeface="Source Sans Pro"/>
                <a:ea typeface="Source Sans Pro"/>
                <a:cs typeface="Source Sans Pro"/>
                <a:sym typeface="Source Sans Pro"/>
              </a:defRPr>
            </a:lvl9pPr>
          </a:lstStyle>
          <a:p>
            <a:pPr marL="0" lvl="0" indent="0" algn="ctr" rtl="0">
              <a:spcBef>
                <a:spcPts val="0"/>
              </a:spcBef>
              <a:spcAft>
                <a:spcPts val="0"/>
              </a:spcAft>
              <a:buNone/>
            </a:pPr>
            <a:fld id="{00000000-1234-1234-1234-123412341234}" type="slidenum">
              <a:rPr lang="en-GB"/>
              <a:t>‹nr.›</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fastapi.tiangolo.com/"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thomasmore365-my.sharepoint.com/:x:/g/personal/u0132811_thomasmore_be/Ee_A6KJS3jdHsyD4i4xwng0B357kwLMtGN2lkje6S5W-Cg?e=LxqXuH"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cert-manager.io/docs/"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hyperlink" Target="https://argo-cd.readthedocs.io/en/stable/" TargetMode="External"/><Relationship Id="rId4" Type="http://schemas.openxmlformats.org/officeDocument/2006/relationships/hyperlink" Target="https://prometheus.io/"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7"/>
          <p:cNvSpPr txBox="1"/>
          <p:nvPr/>
        </p:nvSpPr>
        <p:spPr>
          <a:xfrm>
            <a:off x="300223" y="2133811"/>
            <a:ext cx="8394600" cy="1067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GB" sz="3000" b="1" i="0" u="none" strike="noStrike" cap="none">
                <a:solidFill>
                  <a:srgbClr val="FFFFFF"/>
                </a:solidFill>
                <a:latin typeface="Ubuntu"/>
                <a:ea typeface="Ubuntu"/>
                <a:cs typeface="Ubuntu"/>
                <a:sym typeface="Ubuntu"/>
              </a:rPr>
              <a:t>SHIPPING CHALLENGE</a:t>
            </a:r>
            <a:endParaRPr sz="3000" b="1" i="0" u="none" strike="noStrike" cap="none">
              <a:solidFill>
                <a:srgbClr val="FFFFFF"/>
              </a:solidFill>
              <a:latin typeface="Ubuntu"/>
              <a:ea typeface="Ubuntu"/>
              <a:cs typeface="Ubuntu"/>
              <a:sym typeface="Ubuntu"/>
            </a:endParaRPr>
          </a:p>
          <a:p>
            <a:pPr marL="0" marR="0" lvl="0" indent="0" algn="ctr" rtl="0">
              <a:spcBef>
                <a:spcPts val="0"/>
              </a:spcBef>
              <a:spcAft>
                <a:spcPts val="0"/>
              </a:spcAft>
              <a:buNone/>
            </a:pPr>
            <a:r>
              <a:rPr lang="en-GB" sz="3000" b="1">
                <a:solidFill>
                  <a:srgbClr val="FFFFFF"/>
                </a:solidFill>
                <a:latin typeface="Ubuntu"/>
                <a:ea typeface="Ubuntu"/>
                <a:cs typeface="Ubuntu"/>
                <a:sym typeface="Ubuntu"/>
              </a:rPr>
              <a:t>MILESTONE 2</a:t>
            </a:r>
            <a:endParaRPr sz="3000" b="1">
              <a:solidFill>
                <a:srgbClr val="FFFFFF"/>
              </a:solidFill>
              <a:latin typeface="Ubuntu"/>
              <a:ea typeface="Ubuntu"/>
              <a:cs typeface="Ubuntu"/>
              <a:sym typeface="Ubuntu"/>
            </a:endParaRPr>
          </a:p>
        </p:txBody>
      </p:sp>
      <p:pic>
        <p:nvPicPr>
          <p:cNvPr id="119" name="Google Shape;119;p27"/>
          <p:cNvPicPr preferRelativeResize="0"/>
          <p:nvPr/>
        </p:nvPicPr>
        <p:blipFill>
          <a:blip r:embed="rId3">
            <a:alphaModFix/>
          </a:blip>
          <a:stretch>
            <a:fillRect/>
          </a:stretch>
        </p:blipFill>
        <p:spPr>
          <a:xfrm>
            <a:off x="6436346" y="62408"/>
            <a:ext cx="1693992" cy="1693992"/>
          </a:xfrm>
          <a:prstGeom prst="rect">
            <a:avLst/>
          </a:prstGeom>
          <a:noFill/>
          <a:ln>
            <a:noFill/>
          </a:ln>
        </p:spPr>
      </p:pic>
      <p:pic>
        <p:nvPicPr>
          <p:cNvPr id="120" name="Google Shape;120;p27"/>
          <p:cNvPicPr preferRelativeResize="0"/>
          <p:nvPr/>
        </p:nvPicPr>
        <p:blipFill>
          <a:blip r:embed="rId4">
            <a:alphaModFix/>
          </a:blip>
          <a:stretch>
            <a:fillRect/>
          </a:stretch>
        </p:blipFill>
        <p:spPr>
          <a:xfrm>
            <a:off x="246538" y="3842295"/>
            <a:ext cx="1479772" cy="1151265"/>
          </a:xfrm>
          <a:prstGeom prst="rect">
            <a:avLst/>
          </a:prstGeom>
          <a:noFill/>
          <a:ln>
            <a:noFill/>
          </a:ln>
        </p:spPr>
      </p:pic>
      <p:pic>
        <p:nvPicPr>
          <p:cNvPr id="121" name="Google Shape;121;p27"/>
          <p:cNvPicPr preferRelativeResize="0"/>
          <p:nvPr/>
        </p:nvPicPr>
        <p:blipFill>
          <a:blip r:embed="rId4">
            <a:alphaModFix/>
          </a:blip>
          <a:stretch>
            <a:fillRect/>
          </a:stretch>
        </p:blipFill>
        <p:spPr>
          <a:xfrm>
            <a:off x="1783468" y="3842295"/>
            <a:ext cx="1479773" cy="1151265"/>
          </a:xfrm>
          <a:prstGeom prst="rect">
            <a:avLst/>
          </a:prstGeom>
          <a:noFill/>
          <a:ln>
            <a:noFill/>
          </a:ln>
        </p:spPr>
      </p:pic>
      <p:pic>
        <p:nvPicPr>
          <p:cNvPr id="122" name="Google Shape;122;p27"/>
          <p:cNvPicPr preferRelativeResize="0"/>
          <p:nvPr/>
        </p:nvPicPr>
        <p:blipFill>
          <a:blip r:embed="rId4">
            <a:alphaModFix/>
          </a:blip>
          <a:stretch>
            <a:fillRect/>
          </a:stretch>
        </p:blipFill>
        <p:spPr>
          <a:xfrm>
            <a:off x="3585577" y="3842295"/>
            <a:ext cx="1479772" cy="1151265"/>
          </a:xfrm>
          <a:prstGeom prst="rect">
            <a:avLst/>
          </a:prstGeom>
          <a:noFill/>
          <a:ln>
            <a:noFill/>
          </a:ln>
        </p:spPr>
      </p:pic>
      <p:pic>
        <p:nvPicPr>
          <p:cNvPr id="123" name="Google Shape;123;p27"/>
          <p:cNvPicPr preferRelativeResize="0"/>
          <p:nvPr/>
        </p:nvPicPr>
        <p:blipFill>
          <a:blip r:embed="rId4">
            <a:alphaModFix/>
          </a:blip>
          <a:stretch>
            <a:fillRect/>
          </a:stretch>
        </p:blipFill>
        <p:spPr>
          <a:xfrm>
            <a:off x="5389750" y="3842295"/>
            <a:ext cx="1479772" cy="1151265"/>
          </a:xfrm>
          <a:prstGeom prst="rect">
            <a:avLst/>
          </a:prstGeom>
          <a:noFill/>
          <a:ln>
            <a:noFill/>
          </a:ln>
        </p:spPr>
      </p:pic>
      <p:pic>
        <p:nvPicPr>
          <p:cNvPr id="124" name="Google Shape;124;p27"/>
          <p:cNvPicPr preferRelativeResize="0"/>
          <p:nvPr/>
        </p:nvPicPr>
        <p:blipFill>
          <a:blip r:embed="rId4">
            <a:alphaModFix/>
          </a:blip>
          <a:stretch>
            <a:fillRect/>
          </a:stretch>
        </p:blipFill>
        <p:spPr>
          <a:xfrm>
            <a:off x="7417692" y="3842295"/>
            <a:ext cx="1479773" cy="1151265"/>
          </a:xfrm>
          <a:prstGeom prst="rect">
            <a:avLst/>
          </a:prstGeom>
          <a:noFill/>
          <a:ln>
            <a:noFill/>
          </a:ln>
        </p:spPr>
      </p:pic>
      <p:pic>
        <p:nvPicPr>
          <p:cNvPr id="125" name="Google Shape;125;p27"/>
          <p:cNvPicPr preferRelativeResize="0"/>
          <p:nvPr/>
        </p:nvPicPr>
        <p:blipFill>
          <a:blip r:embed="rId5">
            <a:alphaModFix/>
          </a:blip>
          <a:stretch>
            <a:fillRect/>
          </a:stretch>
        </p:blipFill>
        <p:spPr>
          <a:xfrm>
            <a:off x="300213" y="584652"/>
            <a:ext cx="3675899" cy="649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8"/>
          <p:cNvSpPr txBox="1"/>
          <p:nvPr/>
        </p:nvSpPr>
        <p:spPr>
          <a:xfrm>
            <a:off x="326551" y="244939"/>
            <a:ext cx="8490300" cy="6123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None/>
            </a:pPr>
            <a:r>
              <a:rPr lang="en-GB" sz="2700" b="1">
                <a:solidFill>
                  <a:srgbClr val="FFFFFF"/>
                </a:solidFill>
                <a:latin typeface="Source Sans Pro"/>
                <a:ea typeface="Source Sans Pro"/>
                <a:cs typeface="Source Sans Pro"/>
                <a:sym typeface="Source Sans Pro"/>
              </a:rPr>
              <a:t>The application</a:t>
            </a:r>
            <a:endParaRPr sz="2700" b="1" strike="noStrike">
              <a:solidFill>
                <a:srgbClr val="FFFFFF"/>
              </a:solidFill>
              <a:latin typeface="Source Sans Pro"/>
              <a:ea typeface="Source Sans Pro"/>
              <a:cs typeface="Source Sans Pro"/>
              <a:sym typeface="Source Sans Pro"/>
            </a:endParaRPr>
          </a:p>
        </p:txBody>
      </p:sp>
      <p:sp>
        <p:nvSpPr>
          <p:cNvPr id="131" name="Google Shape;131;p28"/>
          <p:cNvSpPr txBox="1"/>
          <p:nvPr/>
        </p:nvSpPr>
        <p:spPr>
          <a:xfrm>
            <a:off x="62600" y="1020070"/>
            <a:ext cx="4505445" cy="2119200"/>
          </a:xfrm>
          <a:prstGeom prst="rect">
            <a:avLst/>
          </a:prstGeom>
          <a:noFill/>
          <a:ln>
            <a:noFill/>
          </a:ln>
        </p:spPr>
        <p:txBody>
          <a:bodyPr spcFirstLastPara="1" wrap="square" lIns="0" tIns="0" rIns="0" bIns="0" anchor="t" anchorCtr="0">
            <a:noAutofit/>
          </a:bodyPr>
          <a:lstStyle/>
          <a:p>
            <a:pPr marL="82550">
              <a:buClr>
                <a:srgbClr val="1C1C1C"/>
              </a:buClr>
              <a:buSzPts val="1700"/>
            </a:pPr>
            <a:r>
              <a:rPr lang="en-GB" b="1">
                <a:solidFill>
                  <a:srgbClr val="1C1C1C"/>
                </a:solidFill>
                <a:latin typeface="Source Sans Pro"/>
                <a:ea typeface="Source Sans Pro"/>
                <a:cs typeface="Source Sans Pro"/>
                <a:sym typeface="Source Sans Pro"/>
              </a:rPr>
              <a:t>Set up a web application stack consisting of 3 containers</a:t>
            </a:r>
            <a:endParaRPr lang="nl-NL" b="1">
              <a:solidFill>
                <a:srgbClr val="1C1C1C"/>
              </a:solidFill>
              <a:latin typeface="Source Sans Pro"/>
              <a:ea typeface="Source Sans Pro"/>
              <a:cs typeface="Source Sans Pro"/>
              <a:sym typeface="Source Sans Pro"/>
            </a:endParaRPr>
          </a:p>
          <a:p>
            <a:pPr marL="368300" indent="-285750">
              <a:buSzPts val="1700"/>
              <a:buChar char="•"/>
            </a:pPr>
            <a:r>
              <a:rPr lang="en-GB" b="1">
                <a:solidFill>
                  <a:srgbClr val="1C1C1C"/>
                </a:solidFill>
                <a:latin typeface="Source Sans Pro"/>
                <a:ea typeface="Source Sans Pro"/>
                <a:cs typeface="Source Sans Pro"/>
                <a:sym typeface="Source Sans Pro"/>
              </a:rPr>
              <a:t>A web frontend, serving a </a:t>
            </a:r>
            <a:r>
              <a:rPr lang="en-GB" b="1" err="1">
                <a:solidFill>
                  <a:srgbClr val="1C1C1C"/>
                </a:solidFill>
                <a:latin typeface="Source Sans Pro"/>
                <a:ea typeface="Source Sans Pro"/>
                <a:cs typeface="Source Sans Pro"/>
                <a:sym typeface="Source Sans Pro"/>
              </a:rPr>
              <a:t>javascript</a:t>
            </a:r>
            <a:r>
              <a:rPr lang="en-GB" b="1">
                <a:solidFill>
                  <a:srgbClr val="1C1C1C"/>
                </a:solidFill>
                <a:latin typeface="Source Sans Pro"/>
                <a:ea typeface="Source Sans Pro"/>
                <a:cs typeface="Source Sans Pro"/>
                <a:sym typeface="Source Sans Pro"/>
              </a:rPr>
              <a:t> web page </a:t>
            </a:r>
            <a:endParaRPr lang="en-GB" b="1">
              <a:solidFill>
                <a:srgbClr val="1C1C1C"/>
              </a:solidFill>
              <a:latin typeface="Source Sans Pro"/>
              <a:ea typeface="Source Sans Pro"/>
              <a:cs typeface="Source Sans Pro"/>
            </a:endParaRPr>
          </a:p>
          <a:p>
            <a:pPr marL="368300" indent="-285750">
              <a:buSzPts val="1700"/>
              <a:buChar char="•"/>
            </a:pPr>
            <a:r>
              <a:rPr lang="en-GB" b="1" u="sng">
                <a:solidFill>
                  <a:srgbClr val="1C1C1C"/>
                </a:solidFill>
                <a:latin typeface="Source Sans Pro"/>
                <a:ea typeface="Source Sans Pro"/>
                <a:cs typeface="Source Sans Pro"/>
                <a:sym typeface="Source Sans Pro"/>
              </a:rPr>
              <a:t>A </a:t>
            </a:r>
            <a:r>
              <a:rPr lang="en-GB" b="1" u="sng">
                <a:solidFill>
                  <a:schemeClr val="hlink"/>
                </a:solidFill>
                <a:latin typeface="Source Sans Pro"/>
                <a:ea typeface="Source Sans Pro"/>
                <a:cs typeface="Source Sans Pro"/>
                <a:sym typeface="Source Sans Pro"/>
                <a:hlinkClick r:id="rId3">
                  <a:extLst>
                    <a:ext uri="{A12FA001-AC4F-418D-AE19-62706E023703}">
                      <ahyp:hlinkClr xmlns:ahyp="http://schemas.microsoft.com/office/drawing/2018/hyperlinkcolor" val="tx"/>
                    </a:ext>
                  </a:extLst>
                </a:hlinkClick>
              </a:rPr>
              <a:t>FastAPI</a:t>
            </a:r>
            <a:r>
              <a:rPr lang="en-GB" b="1" u="sng">
                <a:solidFill>
                  <a:srgbClr val="1C1C1C"/>
                </a:solidFill>
                <a:latin typeface="Source Sans Pro"/>
                <a:ea typeface="Source Sans Pro"/>
                <a:cs typeface="Source Sans Pro"/>
                <a:sym typeface="Source Sans Pro"/>
              </a:rPr>
              <a:t> or Node.js servic</a:t>
            </a:r>
            <a:r>
              <a:rPr lang="en-GB" b="1">
                <a:solidFill>
                  <a:srgbClr val="1C1C1C"/>
                </a:solidFill>
                <a:latin typeface="Source Sans Pro"/>
                <a:ea typeface="Source Sans Pro"/>
                <a:cs typeface="Source Sans Pro"/>
                <a:sym typeface="Source Sans Pro"/>
              </a:rPr>
              <a:t>e with </a:t>
            </a:r>
            <a:endParaRPr lang="en-GB" b="1">
              <a:solidFill>
                <a:srgbClr val="1C1C1C"/>
              </a:solidFill>
              <a:latin typeface="Source Sans Pro"/>
              <a:ea typeface="Source Sans Pro"/>
              <a:cs typeface="Source Sans Pro"/>
            </a:endParaRPr>
          </a:p>
          <a:p>
            <a:pPr marL="82550" lvl="5">
              <a:buSzPts val="1700"/>
            </a:pPr>
            <a:r>
              <a:rPr lang="en-GB" b="1">
                <a:solidFill>
                  <a:srgbClr val="1C1C1C"/>
                </a:solidFill>
                <a:latin typeface="Source Sans Pro"/>
                <a:ea typeface="Source Sans Pro"/>
                <a:cs typeface="Source Sans Pro"/>
                <a:sym typeface="Source Sans Pro"/>
              </a:rPr>
              <a:t>                API endpoint that gets name</a:t>
            </a:r>
            <a:endParaRPr lang="en-GB" b="1">
              <a:solidFill>
                <a:srgbClr val="1C1C1C"/>
              </a:solidFill>
              <a:latin typeface="Source Sans Pro"/>
              <a:ea typeface="Source Sans Pro"/>
              <a:cs typeface="Source Sans Pro"/>
            </a:endParaRPr>
          </a:p>
          <a:p>
            <a:pPr marL="82550" lvl="5">
              <a:buSzPts val="1700"/>
            </a:pPr>
            <a:r>
              <a:rPr lang="en-GB" b="1">
                <a:solidFill>
                  <a:srgbClr val="1C1C1C"/>
                </a:solidFill>
                <a:latin typeface="Source Sans Pro"/>
                <a:ea typeface="Source Sans Pro"/>
                <a:cs typeface="Source Sans Pro"/>
                <a:sym typeface="Source Sans Pro"/>
              </a:rPr>
              <a:t>                API endpoint that gets container ID</a:t>
            </a:r>
            <a:endParaRPr lang="en-GB" b="1">
              <a:solidFill>
                <a:srgbClr val="1C1C1C"/>
              </a:solidFill>
              <a:latin typeface="Source Sans Pro"/>
              <a:ea typeface="Source Sans Pro"/>
              <a:cs typeface="Source Sans Pro"/>
            </a:endParaRPr>
          </a:p>
          <a:p>
            <a:pPr marL="368300" marR="0" lvl="0" indent="-285750" algn="l">
              <a:spcBef>
                <a:spcPts val="0"/>
              </a:spcBef>
              <a:spcAft>
                <a:spcPts val="0"/>
              </a:spcAft>
              <a:buSzPts val="1700"/>
              <a:buChar char="•"/>
            </a:pPr>
            <a:r>
              <a:rPr lang="en-GB" b="1">
                <a:solidFill>
                  <a:srgbClr val="1C1C1C"/>
                </a:solidFill>
                <a:latin typeface="Source Sans Pro"/>
                <a:ea typeface="Source Sans Pro"/>
                <a:cs typeface="Source Sans Pro"/>
                <a:sym typeface="Source Sans Pro"/>
              </a:rPr>
              <a:t>A backend database that stores the name</a:t>
            </a:r>
            <a:endParaRPr b="1">
              <a:solidFill>
                <a:srgbClr val="1C1C1C"/>
              </a:solidFill>
              <a:latin typeface="Source Sans Pro"/>
              <a:ea typeface="Source Sans Pro"/>
              <a:cs typeface="Source Sans Pro"/>
            </a:endParaRPr>
          </a:p>
          <a:p>
            <a:pPr marL="381000" marR="0" lvl="0" indent="0" algn="l" rtl="0">
              <a:spcBef>
                <a:spcPts val="0"/>
              </a:spcBef>
              <a:spcAft>
                <a:spcPts val="0"/>
              </a:spcAft>
              <a:buNone/>
            </a:pPr>
            <a:endParaRPr sz="200" b="1">
              <a:solidFill>
                <a:srgbClr val="1C1C1C"/>
              </a:solidFill>
              <a:latin typeface="Source Sans Pro"/>
              <a:ea typeface="Source Sans Pro"/>
              <a:cs typeface="Source Sans Pro"/>
              <a:sym typeface="Source Sans Pro"/>
            </a:endParaRPr>
          </a:p>
          <a:p>
            <a:pPr marL="0" lvl="0" indent="381000" algn="l" rtl="0">
              <a:spcBef>
                <a:spcPts val="0"/>
              </a:spcBef>
              <a:spcAft>
                <a:spcPts val="0"/>
              </a:spcAft>
              <a:buNone/>
            </a:pPr>
            <a:endParaRPr sz="1700" b="1">
              <a:solidFill>
                <a:srgbClr val="1C1C1C"/>
              </a:solidFill>
              <a:latin typeface="Source Sans Pro"/>
              <a:ea typeface="Source Sans Pro"/>
              <a:cs typeface="Source Sans Pro"/>
              <a:sym typeface="Source Sans Pro"/>
            </a:endParaRPr>
          </a:p>
          <a:p>
            <a:pPr marL="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381000" marR="0" lvl="0" indent="0" algn="l" rtl="0">
              <a:spcBef>
                <a:spcPts val="0"/>
              </a:spcBef>
              <a:spcAft>
                <a:spcPts val="0"/>
              </a:spcAft>
              <a:buNone/>
            </a:pPr>
            <a:r>
              <a:rPr lang="en-GB" sz="2200" b="1">
                <a:solidFill>
                  <a:srgbClr val="1C1C1C"/>
                </a:solidFill>
                <a:latin typeface="Source Sans Pro"/>
                <a:ea typeface="Source Sans Pro"/>
                <a:cs typeface="Source Sans Pro"/>
                <a:sym typeface="Source Sans Pro"/>
              </a:rPr>
              <a:t>Result:</a:t>
            </a: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p:txBody>
      </p:sp>
      <p:pic>
        <p:nvPicPr>
          <p:cNvPr id="133" name="Google Shape;133;p28"/>
          <p:cNvPicPr preferRelativeResize="0"/>
          <p:nvPr/>
        </p:nvPicPr>
        <p:blipFill>
          <a:blip r:embed="rId4">
            <a:alphaModFix/>
          </a:blip>
          <a:stretch>
            <a:fillRect/>
          </a:stretch>
        </p:blipFill>
        <p:spPr>
          <a:xfrm>
            <a:off x="1870781" y="3189605"/>
            <a:ext cx="2204520" cy="1335446"/>
          </a:xfrm>
          <a:prstGeom prst="rect">
            <a:avLst/>
          </a:prstGeom>
          <a:noFill/>
          <a:ln>
            <a:noFill/>
          </a:ln>
        </p:spPr>
      </p:pic>
      <p:pic>
        <p:nvPicPr>
          <p:cNvPr id="4" name="Afbeelding 3" descr="Afbeelding met tekst, schermopname, diagram, Lettertype&#10;&#10;Automatisch gegenereerde beschrijving">
            <a:extLst>
              <a:ext uri="{FF2B5EF4-FFF2-40B4-BE49-F238E27FC236}">
                <a16:creationId xmlns:a16="http://schemas.microsoft.com/office/drawing/2014/main" id="{B286F385-E22E-2DC6-FAFE-036039242FB8}"/>
              </a:ext>
            </a:extLst>
          </p:cNvPr>
          <p:cNvPicPr>
            <a:picLocks noChangeAspect="1"/>
          </p:cNvPicPr>
          <p:nvPr/>
        </p:nvPicPr>
        <p:blipFill>
          <a:blip r:embed="rId5"/>
          <a:stretch>
            <a:fillRect/>
          </a:stretch>
        </p:blipFill>
        <p:spPr>
          <a:xfrm>
            <a:off x="4844810" y="1105413"/>
            <a:ext cx="3657060" cy="34125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9"/>
          <p:cNvSpPr txBox="1"/>
          <p:nvPr/>
        </p:nvSpPr>
        <p:spPr>
          <a:xfrm>
            <a:off x="326551" y="244939"/>
            <a:ext cx="8490300" cy="6123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None/>
            </a:pPr>
            <a:r>
              <a:rPr lang="en-GB" sz="2700" b="1">
                <a:solidFill>
                  <a:srgbClr val="FFFFFF"/>
                </a:solidFill>
                <a:latin typeface="Source Sans Pro"/>
                <a:ea typeface="Source Sans Pro"/>
                <a:cs typeface="Source Sans Pro"/>
                <a:sym typeface="Source Sans Pro"/>
              </a:rPr>
              <a:t>The challenge</a:t>
            </a:r>
            <a:endParaRPr sz="2700" b="1" strike="noStrike">
              <a:solidFill>
                <a:srgbClr val="FFFFFF"/>
              </a:solidFill>
              <a:latin typeface="Source Sans Pro"/>
              <a:ea typeface="Source Sans Pro"/>
              <a:cs typeface="Source Sans Pro"/>
              <a:sym typeface="Source Sans Pro"/>
            </a:endParaRPr>
          </a:p>
        </p:txBody>
      </p:sp>
      <p:sp>
        <p:nvSpPr>
          <p:cNvPr id="139" name="Google Shape;139;p29"/>
          <p:cNvSpPr txBox="1"/>
          <p:nvPr/>
        </p:nvSpPr>
        <p:spPr>
          <a:xfrm>
            <a:off x="62600" y="1020063"/>
            <a:ext cx="4343700" cy="3582300"/>
          </a:xfrm>
          <a:prstGeom prst="rect">
            <a:avLst/>
          </a:prstGeom>
          <a:noFill/>
          <a:ln>
            <a:noFill/>
          </a:ln>
        </p:spPr>
        <p:txBody>
          <a:bodyPr spcFirstLastPara="1" wrap="square" lIns="0" tIns="0" rIns="0" bIns="0" anchor="t" anchorCtr="0">
            <a:noAutofit/>
          </a:bodyPr>
          <a:lstStyle/>
          <a:p>
            <a:pPr marL="381000" indent="-298450">
              <a:buClr>
                <a:srgbClr val="1C1C1C"/>
              </a:buClr>
              <a:buSzPts val="1700"/>
              <a:buFont typeface="Source Sans Pro"/>
              <a:buChar char="●"/>
            </a:pPr>
            <a:r>
              <a:rPr lang="en-GB" sz="1700" b="1">
                <a:solidFill>
                  <a:srgbClr val="1C1C1C"/>
                </a:solidFill>
                <a:latin typeface="Source Sans Pro"/>
                <a:ea typeface="Source Sans Pro"/>
                <a:cs typeface="Source Sans Pro"/>
                <a:sym typeface="Source Sans Pro"/>
              </a:rPr>
              <a:t>Create your own </a:t>
            </a:r>
            <a:r>
              <a:rPr lang="en-GB" sz="1700" b="1" err="1">
                <a:solidFill>
                  <a:srgbClr val="1C1C1C"/>
                </a:solidFill>
                <a:latin typeface="Source Sans Pro"/>
                <a:ea typeface="Source Sans Pro"/>
                <a:cs typeface="Source Sans Pro"/>
                <a:sym typeface="Source Sans Pro"/>
              </a:rPr>
              <a:t>kubernetes</a:t>
            </a:r>
            <a:r>
              <a:rPr lang="en-GB" sz="1700" b="1">
                <a:solidFill>
                  <a:srgbClr val="1C1C1C"/>
                </a:solidFill>
                <a:latin typeface="Source Sans Pro"/>
                <a:ea typeface="Source Sans Pro"/>
                <a:cs typeface="Source Sans Pro"/>
                <a:sym typeface="Source Sans Pro"/>
              </a:rPr>
              <a:t> cluster with at least 1 worker </a:t>
            </a:r>
            <a:endParaRPr sz="1700" b="1">
              <a:solidFill>
                <a:srgbClr val="1C1C1C"/>
              </a:solidFill>
              <a:latin typeface="Source Sans Pro"/>
              <a:ea typeface="Source Sans Pro"/>
              <a:cs typeface="Source Sans Pro"/>
              <a:sym typeface="Source Sans Pro"/>
            </a:endParaRPr>
          </a:p>
          <a:p>
            <a:pPr marL="381000" marR="0" lvl="0" indent="0" algn="l" rtl="0">
              <a:spcBef>
                <a:spcPts val="0"/>
              </a:spcBef>
              <a:spcAft>
                <a:spcPts val="0"/>
              </a:spcAft>
              <a:buNone/>
            </a:pPr>
            <a:endParaRPr sz="200" b="1">
              <a:solidFill>
                <a:srgbClr val="1C1C1C"/>
              </a:solidFill>
              <a:latin typeface="Source Sans Pro"/>
              <a:ea typeface="Source Sans Pro"/>
              <a:cs typeface="Source Sans Pro"/>
              <a:sym typeface="Source Sans Pro"/>
            </a:endParaRPr>
          </a:p>
          <a:p>
            <a:pPr marL="381000" marR="0" lvl="0" indent="-298450" algn="l" rtl="0">
              <a:spcBef>
                <a:spcPts val="0"/>
              </a:spcBef>
              <a:spcAft>
                <a:spcPts val="0"/>
              </a:spcAft>
              <a:buClr>
                <a:srgbClr val="1C1C1C"/>
              </a:buClr>
              <a:buSzPts val="1700"/>
              <a:buFont typeface="Source Sans Pro"/>
              <a:buChar char="●"/>
            </a:pPr>
            <a:r>
              <a:rPr lang="en-GB" sz="1700" b="1">
                <a:solidFill>
                  <a:srgbClr val="1C1C1C"/>
                </a:solidFill>
                <a:latin typeface="Source Sans Pro"/>
                <a:ea typeface="Source Sans Pro"/>
                <a:cs typeface="Source Sans Pro"/>
                <a:sym typeface="Source Sans Pro"/>
              </a:rPr>
              <a:t>Containerized application on worker is the following</a:t>
            </a:r>
            <a:endParaRPr sz="1700" b="1">
              <a:solidFill>
                <a:srgbClr val="1C1C1C"/>
              </a:solidFill>
              <a:latin typeface="Source Sans Pro"/>
              <a:ea typeface="Source Sans Pro"/>
              <a:cs typeface="Source Sans Pro"/>
              <a:sym typeface="Source Sans Pro"/>
            </a:endParaRPr>
          </a:p>
          <a:p>
            <a:pPr marL="762000" marR="0" lvl="1" indent="-298450" algn="l" rtl="0">
              <a:spcBef>
                <a:spcPts val="0"/>
              </a:spcBef>
              <a:spcAft>
                <a:spcPts val="0"/>
              </a:spcAft>
              <a:buClr>
                <a:srgbClr val="1C1C1C"/>
              </a:buClr>
              <a:buSzPts val="1700"/>
              <a:buFont typeface="Source Sans Pro"/>
              <a:buChar char="○"/>
            </a:pPr>
            <a:r>
              <a:rPr lang="en-GB" sz="1700" b="1">
                <a:solidFill>
                  <a:srgbClr val="1C1C1C"/>
                </a:solidFill>
                <a:latin typeface="Source Sans Pro"/>
                <a:ea typeface="Source Sans Pro"/>
                <a:cs typeface="Source Sans Pro"/>
                <a:sym typeface="Source Sans Pro"/>
              </a:rPr>
              <a:t>When the name changes in Db, webpage changes automatically</a:t>
            </a:r>
            <a:endParaRPr sz="1700" b="1">
              <a:solidFill>
                <a:srgbClr val="1C1C1C"/>
              </a:solidFill>
              <a:latin typeface="Source Sans Pro"/>
              <a:ea typeface="Source Sans Pro"/>
              <a:cs typeface="Source Sans Pro"/>
              <a:sym typeface="Source Sans Pro"/>
            </a:endParaRPr>
          </a:p>
          <a:p>
            <a:pPr marL="762000" lvl="1" indent="-298450">
              <a:buClr>
                <a:srgbClr val="1C1C1C"/>
              </a:buClr>
              <a:buSzPts val="1700"/>
              <a:buFont typeface="Source Sans Pro"/>
              <a:buChar char="○"/>
            </a:pPr>
            <a:r>
              <a:rPr lang="en-GB" sz="1700" b="1">
                <a:solidFill>
                  <a:srgbClr val="1C1C1C"/>
                </a:solidFill>
                <a:latin typeface="Source Sans Pro"/>
                <a:ea typeface="Source Sans Pro"/>
                <a:cs typeface="Source Sans Pro"/>
                <a:sym typeface="Source Sans Pro"/>
              </a:rPr>
              <a:t>When  layout of webpage changes, the worker will display the new layout (automatically, or after an image rebuild)</a:t>
            </a:r>
            <a:endParaRPr sz="1700" b="1">
              <a:solidFill>
                <a:srgbClr val="1C1C1C"/>
              </a:solidFill>
              <a:latin typeface="Source Sans Pro"/>
              <a:ea typeface="Source Sans Pro"/>
              <a:cs typeface="Source Sans Pro"/>
              <a:sym typeface="Source Sans Pro"/>
            </a:endParaRPr>
          </a:p>
          <a:p>
            <a:pPr marL="762000" lvl="1" indent="-298450" algn="l" rtl="0">
              <a:spcBef>
                <a:spcPts val="0"/>
              </a:spcBef>
              <a:spcAft>
                <a:spcPts val="0"/>
              </a:spcAft>
              <a:buSzPts val="1700"/>
              <a:buFont typeface="Source Sans Pro"/>
              <a:buChar char="○"/>
            </a:pPr>
            <a:r>
              <a:rPr lang="en-GB" sz="1700" b="1">
                <a:solidFill>
                  <a:srgbClr val="1C1C1C"/>
                </a:solidFill>
                <a:latin typeface="Source Sans Pro"/>
                <a:ea typeface="Source Sans Pro"/>
                <a:cs typeface="Source Sans Pro"/>
                <a:sym typeface="Source Sans Pro"/>
              </a:rPr>
              <a:t>You use the </a:t>
            </a:r>
            <a:r>
              <a:rPr lang="en-GB" sz="1700" b="1" err="1">
                <a:solidFill>
                  <a:srgbClr val="1C1C1C"/>
                </a:solidFill>
                <a:latin typeface="Source Sans Pro"/>
                <a:ea typeface="Source Sans Pro"/>
                <a:cs typeface="Source Sans Pro"/>
                <a:sym typeface="Source Sans Pro"/>
              </a:rPr>
              <a:t>webstack</a:t>
            </a:r>
            <a:r>
              <a:rPr lang="en-GB" sz="1700" b="1">
                <a:solidFill>
                  <a:srgbClr val="1C1C1C"/>
                </a:solidFill>
                <a:latin typeface="Source Sans Pro"/>
                <a:ea typeface="Source Sans Pro"/>
                <a:cs typeface="Source Sans Pro"/>
                <a:sym typeface="Source Sans Pro"/>
              </a:rPr>
              <a:t> which is assigned to you </a:t>
            </a:r>
            <a:r>
              <a:rPr lang="en-GB" sz="1700" b="1" u="sng">
                <a:solidFill>
                  <a:schemeClr val="hlink"/>
                </a:solidFill>
                <a:latin typeface="Source Sans Pro"/>
                <a:ea typeface="Source Sans Pro"/>
                <a:cs typeface="Source Sans Pro"/>
                <a:sym typeface="Source Sans Pro"/>
                <a:hlinkClick r:id="rId3">
                  <a:extLst>
                    <a:ext uri="{A12FA001-AC4F-418D-AE19-62706E023703}">
                      <ahyp:hlinkClr xmlns:ahyp="http://schemas.microsoft.com/office/drawing/2018/hyperlinkcolor" val="tx"/>
                    </a:ext>
                  </a:extLst>
                </a:hlinkClick>
              </a:rPr>
              <a:t>in this document</a:t>
            </a:r>
            <a:endParaRPr sz="1700" b="1">
              <a:solidFill>
                <a:schemeClr val="hlink"/>
              </a:solidFill>
              <a:latin typeface="Source Sans Pro"/>
              <a:ea typeface="Source Sans Pro"/>
              <a:cs typeface="Source Sans Pro"/>
              <a:sym typeface="Source Sans Pro"/>
              <a:hlinkClick r:id="rId3">
                <a:extLst>
                  <a:ext uri="{A12FA001-AC4F-418D-AE19-62706E023703}">
                    <ahyp:hlinkClr xmlns:ahyp="http://schemas.microsoft.com/office/drawing/2018/hyperlinkcolor" val="tx"/>
                  </a:ext>
                </a:extLst>
              </a:hlinkClick>
            </a:endParaRPr>
          </a:p>
          <a:p>
            <a:pPr marL="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38100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p:txBody>
      </p:sp>
      <p:pic>
        <p:nvPicPr>
          <p:cNvPr id="2" name="Afbeelding 1" descr="Afbeelding met tekst, schermopname, diagram, Lettertype&#10;&#10;Automatisch gegenereerde beschrijving">
            <a:extLst>
              <a:ext uri="{FF2B5EF4-FFF2-40B4-BE49-F238E27FC236}">
                <a16:creationId xmlns:a16="http://schemas.microsoft.com/office/drawing/2014/main" id="{33CCAF09-4E50-1828-E425-380DB6DCEE32}"/>
              </a:ext>
            </a:extLst>
          </p:cNvPr>
          <p:cNvPicPr>
            <a:picLocks noChangeAspect="1"/>
          </p:cNvPicPr>
          <p:nvPr/>
        </p:nvPicPr>
        <p:blipFill>
          <a:blip r:embed="rId4"/>
          <a:stretch>
            <a:fillRect/>
          </a:stretch>
        </p:blipFill>
        <p:spPr>
          <a:xfrm>
            <a:off x="4844810" y="1105413"/>
            <a:ext cx="3657060" cy="34125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0"/>
          <p:cNvSpPr txBox="1"/>
          <p:nvPr/>
        </p:nvSpPr>
        <p:spPr>
          <a:xfrm>
            <a:off x="326551" y="244939"/>
            <a:ext cx="8490300" cy="6123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None/>
            </a:pPr>
            <a:r>
              <a:rPr lang="en-GB" sz="2700" b="1">
                <a:solidFill>
                  <a:srgbClr val="FFFFFF"/>
                </a:solidFill>
                <a:latin typeface="Source Sans Pro"/>
                <a:ea typeface="Source Sans Pro"/>
                <a:cs typeface="Source Sans Pro"/>
                <a:sym typeface="Source Sans Pro"/>
              </a:rPr>
              <a:t>How to earn points?</a:t>
            </a:r>
            <a:endParaRPr sz="2700" b="1" strike="noStrike">
              <a:solidFill>
                <a:srgbClr val="FFFFFF"/>
              </a:solidFill>
              <a:latin typeface="Source Sans Pro"/>
              <a:ea typeface="Source Sans Pro"/>
              <a:cs typeface="Source Sans Pro"/>
              <a:sym typeface="Source Sans Pro"/>
            </a:endParaRPr>
          </a:p>
        </p:txBody>
      </p:sp>
      <p:sp>
        <p:nvSpPr>
          <p:cNvPr id="146" name="Google Shape;146;p30"/>
          <p:cNvSpPr txBox="1"/>
          <p:nvPr/>
        </p:nvSpPr>
        <p:spPr>
          <a:xfrm>
            <a:off x="326550" y="1077175"/>
            <a:ext cx="8327100" cy="338639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GB" sz="1600" b="1">
                <a:solidFill>
                  <a:srgbClr val="E74C3C"/>
                </a:solidFill>
                <a:latin typeface="Source Sans Pro"/>
                <a:ea typeface="Source Sans Pro"/>
                <a:cs typeface="Source Sans Pro"/>
                <a:sym typeface="Source Sans Pro"/>
              </a:rPr>
              <a:t>0/20</a:t>
            </a:r>
            <a:r>
              <a:rPr lang="en-GB" sz="1600" b="1">
                <a:solidFill>
                  <a:srgbClr val="1C1C1C"/>
                </a:solidFill>
                <a:latin typeface="Source Sans Pro"/>
                <a:ea typeface="Source Sans Pro"/>
                <a:cs typeface="Source Sans Pro"/>
                <a:sym typeface="Source Sans Pro"/>
              </a:rPr>
              <a:t> - be like Homer Simpson or Al Bundy</a:t>
            </a:r>
            <a:endParaRPr lang="nl-NL" sz="1600" b="1">
              <a:solidFill>
                <a:srgbClr val="1C1C1C"/>
              </a:solidFill>
              <a:latin typeface="Source Sans Pro"/>
              <a:ea typeface="Source Sans Pro"/>
              <a:cs typeface="Source Sans Pro"/>
            </a:endParaRPr>
          </a:p>
          <a:p>
            <a:pPr marL="0" marR="0" lvl="0" indent="0" algn="l" rtl="0">
              <a:spcBef>
                <a:spcPts val="0"/>
              </a:spcBef>
              <a:spcAft>
                <a:spcPts val="0"/>
              </a:spcAft>
              <a:buNone/>
            </a:pPr>
            <a:r>
              <a:rPr lang="en-GB" sz="1600" b="1">
                <a:solidFill>
                  <a:srgbClr val="E74C3C"/>
                </a:solidFill>
                <a:latin typeface="Source Sans Pro"/>
                <a:ea typeface="Source Sans Pro"/>
                <a:cs typeface="Source Sans Pro"/>
                <a:sym typeface="Source Sans Pro"/>
              </a:rPr>
              <a:t>5/20</a:t>
            </a:r>
            <a:r>
              <a:rPr lang="en-GB" sz="1600" b="1">
                <a:solidFill>
                  <a:srgbClr val="1C1C1C"/>
                </a:solidFill>
                <a:latin typeface="Source Sans Pro"/>
                <a:ea typeface="Source Sans Pro"/>
                <a:cs typeface="Source Sans Pro"/>
                <a:sym typeface="Source Sans Pro"/>
              </a:rPr>
              <a:t> - stack in Docker</a:t>
            </a:r>
            <a:endParaRPr sz="1600" b="1">
              <a:solidFill>
                <a:srgbClr val="1C1C1C"/>
              </a:solidFill>
              <a:latin typeface="Source Sans Pro"/>
              <a:ea typeface="Source Sans Pro"/>
              <a:cs typeface="Source Sans Pro"/>
            </a:endParaRPr>
          </a:p>
          <a:p>
            <a:pPr marL="0" marR="0" lvl="0" indent="0" algn="l" rtl="0">
              <a:spcBef>
                <a:spcPts val="0"/>
              </a:spcBef>
              <a:spcAft>
                <a:spcPts val="0"/>
              </a:spcAft>
              <a:buNone/>
            </a:pPr>
            <a:r>
              <a:rPr lang="en-GB" sz="1600" b="1">
                <a:solidFill>
                  <a:srgbClr val="E74C3C"/>
                </a:solidFill>
                <a:latin typeface="Source Sans Pro"/>
                <a:ea typeface="Source Sans Pro"/>
                <a:cs typeface="Source Sans Pro"/>
                <a:sym typeface="Source Sans Pro"/>
              </a:rPr>
              <a:t>10/20</a:t>
            </a:r>
            <a:r>
              <a:rPr lang="en-GB" sz="1600" b="1">
                <a:solidFill>
                  <a:srgbClr val="1C1C1C"/>
                </a:solidFill>
                <a:latin typeface="Source Sans Pro"/>
                <a:ea typeface="Source Sans Pro"/>
                <a:cs typeface="Source Sans Pro"/>
                <a:sym typeface="Source Sans Pro"/>
              </a:rPr>
              <a:t> - kind or microk8s or </a:t>
            </a:r>
            <a:r>
              <a:rPr lang="en-GB" sz="1600" b="1" err="1">
                <a:solidFill>
                  <a:srgbClr val="1C1C1C"/>
                </a:solidFill>
                <a:latin typeface="Source Sans Pro"/>
                <a:ea typeface="Source Sans Pro"/>
                <a:cs typeface="Source Sans Pro"/>
                <a:sym typeface="Source Sans Pro"/>
              </a:rPr>
              <a:t>minikube</a:t>
            </a:r>
            <a:r>
              <a:rPr lang="en-GB" sz="1600" b="1">
                <a:solidFill>
                  <a:srgbClr val="1C1C1C"/>
                </a:solidFill>
                <a:latin typeface="Source Sans Pro"/>
                <a:ea typeface="Source Sans Pro"/>
                <a:cs typeface="Source Sans Pro"/>
                <a:sym typeface="Source Sans Pro"/>
              </a:rPr>
              <a:t> cluster with 1 worker that runs your stack</a:t>
            </a:r>
            <a:endParaRPr sz="1600" b="1">
              <a:solidFill>
                <a:srgbClr val="1C1C1C"/>
              </a:solidFill>
              <a:latin typeface="Source Sans Pro"/>
              <a:ea typeface="Source Sans Pro"/>
              <a:cs typeface="Source Sans Pro"/>
            </a:endParaRPr>
          </a:p>
          <a:p>
            <a:pPr marL="0" marR="0" lvl="0" indent="0" algn="l" rtl="0">
              <a:spcBef>
                <a:spcPts val="0"/>
              </a:spcBef>
              <a:spcAft>
                <a:spcPts val="0"/>
              </a:spcAft>
              <a:buNone/>
            </a:pPr>
            <a:endParaRPr sz="600" b="1">
              <a:solidFill>
                <a:srgbClr val="1C1C1C"/>
              </a:solidFill>
              <a:latin typeface="Source Sans Pro"/>
              <a:ea typeface="Source Sans Pro"/>
              <a:cs typeface="Source Sans Pro"/>
            </a:endParaRPr>
          </a:p>
          <a:p>
            <a:pPr marL="0" marR="0" lvl="0" indent="0" algn="l" rtl="0">
              <a:spcBef>
                <a:spcPts val="0"/>
              </a:spcBef>
              <a:spcAft>
                <a:spcPts val="0"/>
              </a:spcAft>
              <a:buNone/>
            </a:pPr>
            <a:r>
              <a:rPr lang="en-GB" sz="1600" b="1">
                <a:solidFill>
                  <a:srgbClr val="1C1C1C"/>
                </a:solidFill>
                <a:latin typeface="Source Sans Pro"/>
                <a:ea typeface="Source Sans Pro"/>
                <a:cs typeface="Source Sans Pro"/>
                <a:sym typeface="Source Sans Pro"/>
              </a:rPr>
              <a:t>Extra POINTS:</a:t>
            </a:r>
            <a:endParaRPr sz="1600" b="1">
              <a:solidFill>
                <a:srgbClr val="1C1C1C"/>
              </a:solidFill>
              <a:latin typeface="Source Sans Pro"/>
              <a:ea typeface="Source Sans Pro"/>
              <a:cs typeface="Source Sans Pro"/>
            </a:endParaRPr>
          </a:p>
          <a:p>
            <a:pPr marL="381000" indent="-298450">
              <a:buClr>
                <a:srgbClr val="1C1C1C"/>
              </a:buClr>
              <a:buSzPts val="1700"/>
              <a:buFont typeface="Source Sans Pro"/>
              <a:buChar char="●"/>
            </a:pPr>
            <a:r>
              <a:rPr lang="en-GB" sz="1600" b="1">
                <a:solidFill>
                  <a:srgbClr val="1C1C1C"/>
                </a:solidFill>
                <a:latin typeface="Source Sans Pro"/>
                <a:ea typeface="Source Sans Pro"/>
                <a:sym typeface="Source Sans Pro"/>
              </a:rPr>
              <a:t>Enable HTTPS on k8s using a valid, public certificate (use </a:t>
            </a:r>
            <a:r>
              <a:rPr lang="en-GB" sz="1600" b="1">
                <a:solidFill>
                  <a:srgbClr val="1C1C1C"/>
                </a:solidFill>
                <a:latin typeface="Source Sans Pro"/>
                <a:ea typeface="Source Sans Pro"/>
                <a:sym typeface="Source Sans Pro"/>
                <a:hlinkClick r:id="rId3"/>
              </a:rPr>
              <a:t>cert-manager</a:t>
            </a:r>
            <a:r>
              <a:rPr lang="en-GB" sz="1600" b="1">
                <a:solidFill>
                  <a:srgbClr val="1C1C1C"/>
                </a:solidFill>
                <a:latin typeface="Source Sans Pro"/>
                <a:ea typeface="Source Sans Pro"/>
                <a:sym typeface="Source Sans Pro"/>
              </a:rPr>
              <a:t>)  -&gt;</a:t>
            </a:r>
            <a:r>
              <a:rPr lang="en-GB" sz="1600" b="1">
                <a:solidFill>
                  <a:srgbClr val="1C1C1C"/>
                </a:solidFill>
                <a:latin typeface="Source Sans Pro"/>
                <a:ea typeface="Source Sans Pro"/>
                <a:cs typeface="Source Sans Pro"/>
                <a:sym typeface="Source Sans Pro"/>
              </a:rPr>
              <a:t>  </a:t>
            </a:r>
            <a:r>
              <a:rPr lang="en-GB" sz="1600" b="1">
                <a:solidFill>
                  <a:srgbClr val="E74C3C"/>
                </a:solidFill>
                <a:latin typeface="Source Sans Pro"/>
                <a:ea typeface="Source Sans Pro"/>
                <a:cs typeface="Source Sans Pro"/>
                <a:sym typeface="Source Sans Pro"/>
              </a:rPr>
              <a:t>+2 points</a:t>
            </a:r>
            <a:endParaRPr sz="1600" b="1">
              <a:solidFill>
                <a:srgbClr val="E74C3C"/>
              </a:solidFill>
              <a:latin typeface="Source Sans Pro"/>
              <a:ea typeface="Source Sans Pro"/>
              <a:cs typeface="Source Sans Pro"/>
            </a:endParaRPr>
          </a:p>
          <a:p>
            <a:pPr marL="381000" indent="-298450">
              <a:buClr>
                <a:srgbClr val="1C1C1C"/>
              </a:buClr>
              <a:buSzPts val="1700"/>
              <a:buFont typeface="Source Sans Pro"/>
              <a:buChar char="●"/>
            </a:pPr>
            <a:r>
              <a:rPr lang="en-GB" sz="1600" b="1">
                <a:solidFill>
                  <a:srgbClr val="1C1C1C"/>
                </a:solidFill>
                <a:latin typeface="Source Sans Pro"/>
                <a:ea typeface="Source Sans Pro"/>
                <a:cs typeface="Source Sans Pro"/>
                <a:sym typeface="Source Sans Pro"/>
              </a:rPr>
              <a:t>Extra worker in your k8s cluster + scaling of API across nodes using ingress (show container id on frontend)  -&gt; </a:t>
            </a:r>
            <a:r>
              <a:rPr lang="en-GB" sz="1600" b="1">
                <a:solidFill>
                  <a:srgbClr val="E74C3C"/>
                </a:solidFill>
                <a:latin typeface="Source Sans Pro"/>
                <a:ea typeface="Source Sans Pro"/>
                <a:cs typeface="Source Sans Pro"/>
                <a:sym typeface="Source Sans Pro"/>
              </a:rPr>
              <a:t>+1 points</a:t>
            </a:r>
            <a:endParaRPr lang="en-GB" sz="1600" b="1">
              <a:solidFill>
                <a:srgbClr val="1C1C1C"/>
              </a:solidFill>
              <a:latin typeface="Source Sans Pro"/>
              <a:ea typeface="Source Sans Pro"/>
              <a:sym typeface="Source Sans Pro"/>
            </a:endParaRPr>
          </a:p>
          <a:p>
            <a:pPr marL="381000" indent="-298450">
              <a:buClr>
                <a:srgbClr val="1C1C1C"/>
              </a:buClr>
              <a:buSzPts val="1700"/>
              <a:buFont typeface="Source Sans Pro"/>
              <a:buChar char="●"/>
            </a:pPr>
            <a:r>
              <a:rPr lang="en-GB" sz="1600" b="1">
                <a:solidFill>
                  <a:srgbClr val="1C1C1C"/>
                </a:solidFill>
                <a:latin typeface="Source Sans Pro"/>
                <a:ea typeface="Source Sans Pro"/>
                <a:sym typeface="Source Sans Pro"/>
              </a:rPr>
              <a:t>Health</a:t>
            </a:r>
            <a:r>
              <a:rPr lang="en-GB" sz="1600" b="1">
                <a:solidFill>
                  <a:srgbClr val="1C1C1C"/>
                </a:solidFill>
                <a:latin typeface="Source Sans Pro"/>
                <a:ea typeface="Source Sans Pro"/>
              </a:rPr>
              <a:t> check monitoring your API that restarts automatically when unhealthy -&gt; </a:t>
            </a:r>
            <a:r>
              <a:rPr lang="en-GB" sz="1600" b="1">
                <a:solidFill>
                  <a:srgbClr val="E74C3C"/>
                </a:solidFill>
                <a:latin typeface="Source Sans Pro"/>
                <a:ea typeface="Source Sans Pro"/>
              </a:rPr>
              <a:t>+1 points</a:t>
            </a:r>
          </a:p>
          <a:p>
            <a:pPr marL="381000" marR="0" lvl="0" indent="-298450" algn="l" rtl="0">
              <a:spcBef>
                <a:spcPts val="0"/>
              </a:spcBef>
              <a:spcAft>
                <a:spcPts val="0"/>
              </a:spcAft>
              <a:buClr>
                <a:srgbClr val="1C1C1C"/>
              </a:buClr>
              <a:buSzPts val="1700"/>
              <a:buFont typeface="Source Sans Pro"/>
              <a:buChar char="●"/>
            </a:pPr>
            <a:r>
              <a:rPr lang="en-GB" sz="1600" b="1">
                <a:solidFill>
                  <a:srgbClr val="1C1C1C"/>
                </a:solidFill>
                <a:latin typeface="Source Sans Pro"/>
                <a:ea typeface="Source Sans Pro"/>
                <a:cs typeface="Source Sans Pro"/>
                <a:sym typeface="Source Sans Pro"/>
              </a:rPr>
              <a:t>Monitor your cluster resources and performance using </a:t>
            </a:r>
            <a:r>
              <a:rPr lang="en-GB" sz="1600" b="1" u="sng">
                <a:solidFill>
                  <a:schemeClr val="hlink"/>
                </a:solidFill>
                <a:latin typeface="Source Sans Pro"/>
                <a:ea typeface="Source Sans Pro"/>
                <a:cs typeface="Source Sans Pro"/>
                <a:sym typeface="Source Sans Pro"/>
                <a:hlinkClick r:id="rId4">
                  <a:extLst>
                    <a:ext uri="{A12FA001-AC4F-418D-AE19-62706E023703}">
                      <ahyp:hlinkClr xmlns:ahyp="http://schemas.microsoft.com/office/drawing/2018/hyperlinkcolor" val="tx"/>
                    </a:ext>
                  </a:extLst>
                </a:hlinkClick>
              </a:rPr>
              <a:t>Prometheus</a:t>
            </a:r>
            <a:r>
              <a:rPr lang="en-GB" sz="1600" b="1">
                <a:solidFill>
                  <a:srgbClr val="1C1C1C"/>
                </a:solidFill>
                <a:latin typeface="Source Sans Pro"/>
                <a:ea typeface="Source Sans Pro"/>
                <a:cs typeface="Source Sans Pro"/>
                <a:sym typeface="Source Sans Pro"/>
              </a:rPr>
              <a:t> -&gt; </a:t>
            </a:r>
            <a:r>
              <a:rPr lang="en-GB" sz="1600" b="1">
                <a:solidFill>
                  <a:srgbClr val="E74C3C"/>
                </a:solidFill>
                <a:latin typeface="Source Sans Pro"/>
                <a:ea typeface="Source Sans Pro"/>
                <a:cs typeface="Source Sans Pro"/>
                <a:sym typeface="Source Sans Pro"/>
              </a:rPr>
              <a:t>+2 points</a:t>
            </a:r>
            <a:endParaRPr sz="1600" b="1">
              <a:solidFill>
                <a:srgbClr val="E74C3C"/>
              </a:solidFill>
              <a:latin typeface="Source Sans Pro"/>
              <a:ea typeface="Source Sans Pro"/>
              <a:cs typeface="Source Sans Pro"/>
            </a:endParaRPr>
          </a:p>
          <a:p>
            <a:pPr marL="457200" marR="0" lvl="0" indent="-336550" algn="l" rtl="0">
              <a:spcBef>
                <a:spcPts val="0"/>
              </a:spcBef>
              <a:spcAft>
                <a:spcPts val="0"/>
              </a:spcAft>
              <a:buSzPts val="1700"/>
              <a:buFont typeface="Source Sans Pro"/>
              <a:buChar char="●"/>
            </a:pPr>
            <a:r>
              <a:rPr lang="en-GB" sz="1600" b="1">
                <a:solidFill>
                  <a:srgbClr val="1C1C1C"/>
                </a:solidFill>
                <a:latin typeface="Source Sans Pro"/>
                <a:ea typeface="Source Sans Pro"/>
                <a:cs typeface="Source Sans Pro"/>
                <a:sym typeface="Source Sans Pro"/>
              </a:rPr>
              <a:t>Finally, to earn the </a:t>
            </a:r>
            <a:r>
              <a:rPr lang="en-GB" sz="1600" b="1">
                <a:solidFill>
                  <a:srgbClr val="E74C3C"/>
                </a:solidFill>
                <a:latin typeface="Source Sans Pro"/>
                <a:ea typeface="Source Sans Pro"/>
                <a:cs typeface="Source Sans Pro"/>
                <a:sym typeface="Source Sans Pro"/>
              </a:rPr>
              <a:t>last 4 points and become the k8s champion:</a:t>
            </a:r>
            <a:endParaRPr sz="1600" b="1">
              <a:solidFill>
                <a:srgbClr val="E74C3C"/>
              </a:solidFill>
              <a:latin typeface="Source Sans Pro"/>
              <a:ea typeface="Source Sans Pro"/>
              <a:cs typeface="Source Sans Pro"/>
            </a:endParaRPr>
          </a:p>
          <a:p>
            <a:pPr marL="914400" marR="0" lvl="1" indent="-330200" algn="l" rtl="0">
              <a:spcBef>
                <a:spcPts val="0"/>
              </a:spcBef>
              <a:spcAft>
                <a:spcPts val="0"/>
              </a:spcAft>
              <a:buClr>
                <a:srgbClr val="1C1C1C"/>
              </a:buClr>
              <a:buSzPts val="1600"/>
              <a:buFont typeface="Source Sans Pro"/>
              <a:buChar char="○"/>
            </a:pPr>
            <a:r>
              <a:rPr lang="en-GB" b="1">
                <a:solidFill>
                  <a:srgbClr val="1C1C1C"/>
                </a:solidFill>
                <a:latin typeface="Source Sans Pro"/>
                <a:ea typeface="Source Sans Pro"/>
                <a:cs typeface="Source Sans Pro"/>
                <a:sym typeface="Source Sans Pro"/>
              </a:rPr>
              <a:t>Set up a </a:t>
            </a:r>
            <a:r>
              <a:rPr lang="en-GB" b="1" err="1">
                <a:solidFill>
                  <a:srgbClr val="1C1C1C"/>
                </a:solidFill>
                <a:latin typeface="Source Sans Pro"/>
                <a:ea typeface="Source Sans Pro"/>
                <a:cs typeface="Source Sans Pro"/>
                <a:sym typeface="Source Sans Pro"/>
              </a:rPr>
              <a:t>Kubeadm</a:t>
            </a:r>
            <a:r>
              <a:rPr lang="en-GB" b="1">
                <a:solidFill>
                  <a:srgbClr val="1C1C1C"/>
                </a:solidFill>
                <a:latin typeface="Source Sans Pro"/>
                <a:ea typeface="Source Sans Pro"/>
                <a:cs typeface="Source Sans Pro"/>
                <a:sym typeface="Source Sans Pro"/>
              </a:rPr>
              <a:t> cluster with 2 workers and 1 controller node, running and load balancing your stack.</a:t>
            </a:r>
            <a:endParaRPr b="1">
              <a:solidFill>
                <a:srgbClr val="1C1C1C"/>
              </a:solidFill>
              <a:latin typeface="Source Sans Pro"/>
              <a:ea typeface="Source Sans Pro"/>
              <a:cs typeface="Source Sans Pro"/>
            </a:endParaRPr>
          </a:p>
          <a:p>
            <a:pPr marL="914400" marR="0" lvl="0" indent="0" algn="l" rtl="0">
              <a:spcBef>
                <a:spcPts val="0"/>
              </a:spcBef>
              <a:spcAft>
                <a:spcPts val="0"/>
              </a:spcAft>
              <a:buNone/>
            </a:pPr>
            <a:r>
              <a:rPr lang="en-GB" b="1">
                <a:solidFill>
                  <a:srgbClr val="E74C3C"/>
                </a:solidFill>
                <a:latin typeface="Source Sans Pro"/>
                <a:ea typeface="Source Sans Pro"/>
                <a:cs typeface="Source Sans Pro"/>
                <a:sym typeface="Source Sans Pro"/>
              </a:rPr>
              <a:t>OR</a:t>
            </a:r>
            <a:endParaRPr b="1">
              <a:solidFill>
                <a:srgbClr val="E74C3C"/>
              </a:solidFill>
              <a:latin typeface="Source Sans Pro"/>
              <a:ea typeface="Source Sans Pro"/>
              <a:cs typeface="Source Sans Pro"/>
            </a:endParaRPr>
          </a:p>
          <a:p>
            <a:pPr marL="914400" lvl="1" indent="-330200" algn="l" rtl="0">
              <a:spcBef>
                <a:spcPts val="0"/>
              </a:spcBef>
              <a:spcAft>
                <a:spcPts val="0"/>
              </a:spcAft>
              <a:buClr>
                <a:srgbClr val="1C1C1C"/>
              </a:buClr>
              <a:buSzPts val="1600"/>
              <a:buFont typeface="Source Sans Pro"/>
              <a:buChar char="○"/>
            </a:pPr>
            <a:r>
              <a:rPr lang="en-GB" b="1">
                <a:solidFill>
                  <a:srgbClr val="1C1C1C"/>
                </a:solidFill>
                <a:latin typeface="Source Sans Pro"/>
                <a:ea typeface="Source Sans Pro"/>
                <a:cs typeface="Source Sans Pro"/>
                <a:sym typeface="Source Sans Pro"/>
              </a:rPr>
              <a:t>Use a Helm Chart to set up </a:t>
            </a:r>
            <a:r>
              <a:rPr lang="en-GB" b="1" u="sng">
                <a:solidFill>
                  <a:schemeClr val="hlink"/>
                </a:solidFill>
                <a:latin typeface="Source Sans Pro"/>
                <a:ea typeface="Source Sans Pro"/>
                <a:cs typeface="Source Sans Pro"/>
                <a:sym typeface="Source Sans Pro"/>
                <a:hlinkClick r:id="rId5">
                  <a:extLst>
                    <a:ext uri="{A12FA001-AC4F-418D-AE19-62706E023703}">
                      <ahyp:hlinkClr xmlns:ahyp="http://schemas.microsoft.com/office/drawing/2018/hyperlinkcolor" val="tx"/>
                    </a:ext>
                  </a:extLst>
                </a:hlinkClick>
              </a:rPr>
              <a:t>ArgoCD</a:t>
            </a:r>
            <a:r>
              <a:rPr lang="en-GB" b="1">
                <a:solidFill>
                  <a:srgbClr val="1C1C1C"/>
                </a:solidFill>
                <a:latin typeface="Source Sans Pro"/>
                <a:ea typeface="Source Sans Pro"/>
                <a:cs typeface="Source Sans Pro"/>
                <a:sym typeface="Source Sans Pro"/>
              </a:rPr>
              <a:t> on your k8s cluster and implement a </a:t>
            </a:r>
            <a:r>
              <a:rPr lang="en-GB" b="1" err="1">
                <a:solidFill>
                  <a:srgbClr val="1C1C1C"/>
                </a:solidFill>
                <a:latin typeface="Source Sans Pro"/>
                <a:ea typeface="Source Sans Pro"/>
                <a:cs typeface="Source Sans Pro"/>
                <a:sym typeface="Source Sans Pro"/>
              </a:rPr>
              <a:t>GitOps</a:t>
            </a:r>
            <a:r>
              <a:rPr lang="en-GB" b="1">
                <a:solidFill>
                  <a:srgbClr val="1C1C1C"/>
                </a:solidFill>
                <a:latin typeface="Source Sans Pro"/>
                <a:ea typeface="Source Sans Pro"/>
                <a:cs typeface="Source Sans Pro"/>
                <a:sym typeface="Source Sans Pro"/>
              </a:rPr>
              <a:t> workflow to deploy your app automatically.</a:t>
            </a:r>
            <a:endParaRPr b="1">
              <a:solidFill>
                <a:srgbClr val="1C1C1C"/>
              </a:solidFill>
              <a:latin typeface="Source Sans Pro"/>
              <a:ea typeface="Source Sans Pro"/>
              <a:cs typeface="Source Sans Pro"/>
              <a:sym typeface="Source Sans Pro"/>
            </a:endParaRPr>
          </a:p>
          <a:p>
            <a:pPr marL="381000" marR="0" lvl="0" indent="0" algn="l" rtl="0">
              <a:spcBef>
                <a:spcPts val="0"/>
              </a:spcBef>
              <a:spcAft>
                <a:spcPts val="0"/>
              </a:spcAft>
              <a:buNone/>
            </a:pPr>
            <a:endParaRPr sz="1700" b="1">
              <a:solidFill>
                <a:srgbClr val="E74C3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17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17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r>
              <a:rPr lang="en-GB" sz="1700" b="1">
                <a:solidFill>
                  <a:srgbClr val="1C1C1C"/>
                </a:solidFill>
                <a:latin typeface="Source Sans Pro"/>
                <a:ea typeface="Source Sans Pro"/>
                <a:cs typeface="Source Sans Pro"/>
                <a:sym typeface="Source Sans Pro"/>
              </a:rPr>
              <a:t>	</a:t>
            </a:r>
            <a:endParaRPr sz="17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17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17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17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1700" b="1">
              <a:solidFill>
                <a:srgbClr val="1C1C1C"/>
              </a:solidFill>
              <a:latin typeface="Source Sans Pro"/>
              <a:ea typeface="Source Sans Pro"/>
              <a:cs typeface="Source Sans Pro"/>
              <a:sym typeface="Source Sans Pro"/>
            </a:endParaRPr>
          </a:p>
          <a:p>
            <a:endParaRPr sz="1700" b="1" strike="noStrike">
              <a:solidFill>
                <a:srgbClr val="1C1C1C"/>
              </a:solidFill>
              <a:latin typeface="Source Sans Pro"/>
              <a:ea typeface="Source Sans Pro"/>
              <a:cs typeface="Source Sans Pro"/>
              <a:sym typeface="Source Sans Pr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1"/>
          <p:cNvSpPr txBox="1"/>
          <p:nvPr/>
        </p:nvSpPr>
        <p:spPr>
          <a:xfrm>
            <a:off x="326551" y="244939"/>
            <a:ext cx="8490300" cy="6123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None/>
            </a:pPr>
            <a:r>
              <a:rPr lang="en-GB" sz="2700" b="1">
                <a:solidFill>
                  <a:srgbClr val="FFFFFF"/>
                </a:solidFill>
                <a:latin typeface="Source Sans Pro"/>
                <a:ea typeface="Source Sans Pro"/>
                <a:cs typeface="Source Sans Pro"/>
                <a:sym typeface="Source Sans Pro"/>
              </a:rPr>
              <a:t>Delivery: The Document</a:t>
            </a:r>
            <a:endParaRPr sz="2700" b="1" strike="noStrike">
              <a:solidFill>
                <a:srgbClr val="FFFFFF"/>
              </a:solidFill>
              <a:latin typeface="Source Sans Pro"/>
              <a:ea typeface="Source Sans Pro"/>
              <a:cs typeface="Source Sans Pro"/>
              <a:sym typeface="Source Sans Pro"/>
            </a:endParaRPr>
          </a:p>
        </p:txBody>
      </p:sp>
      <p:sp>
        <p:nvSpPr>
          <p:cNvPr id="152" name="Google Shape;152;p31"/>
          <p:cNvSpPr txBox="1"/>
          <p:nvPr/>
        </p:nvSpPr>
        <p:spPr>
          <a:xfrm>
            <a:off x="326551" y="1046774"/>
            <a:ext cx="8327100" cy="3628500"/>
          </a:xfrm>
          <a:prstGeom prst="rect">
            <a:avLst/>
          </a:prstGeom>
          <a:noFill/>
          <a:ln>
            <a:noFill/>
          </a:ln>
        </p:spPr>
        <p:txBody>
          <a:bodyPr spcFirstLastPara="1" wrap="square" lIns="0" tIns="0" rIns="0" bIns="0" anchor="t" anchorCtr="0">
            <a:noAutofit/>
          </a:bodyPr>
          <a:lstStyle/>
          <a:p>
            <a:pPr>
              <a:buClr>
                <a:schemeClr val="dk1"/>
              </a:buClr>
              <a:buSzPts val="900"/>
            </a:pPr>
            <a:r>
              <a:rPr lang="en-GB" sz="1800" b="1">
                <a:solidFill>
                  <a:srgbClr val="1C1C1C"/>
                </a:solidFill>
                <a:latin typeface="Source Sans Pro"/>
                <a:ea typeface="Source Sans Pro"/>
                <a:cs typeface="Source Sans Pro"/>
                <a:sym typeface="Source Sans Pro"/>
              </a:rPr>
              <a:t>First, you will deliver a document (similar to milestone 1) to explain your solution. </a:t>
            </a:r>
            <a:r>
              <a:rPr lang="en-GB" sz="1800" b="1" u="sng">
                <a:solidFill>
                  <a:srgbClr val="1C1C1C"/>
                </a:solidFill>
                <a:latin typeface="Source Sans Pro"/>
                <a:ea typeface="Source Sans Pro"/>
                <a:cs typeface="Source Sans Pro"/>
                <a:sym typeface="Source Sans Pro"/>
              </a:rPr>
              <a:t>The deadline for this milestone is 11/01/2026. </a:t>
            </a:r>
            <a:r>
              <a:rPr lang="en-GB" sz="1800" b="1">
                <a:solidFill>
                  <a:srgbClr val="1C1C1C"/>
                </a:solidFill>
                <a:latin typeface="Source Sans Pro"/>
                <a:ea typeface="Source Sans Pro"/>
                <a:cs typeface="Source Sans Pro"/>
                <a:sym typeface="Source Sans Pro"/>
              </a:rPr>
              <a:t>This document is for proof and reference purposes. The evaluation is based on the demo during the teams call!</a:t>
            </a:r>
            <a:endParaRPr lang="nl-NL" sz="1800" b="1">
              <a:solidFill>
                <a:srgbClr val="1C1C1C"/>
              </a:solidFill>
              <a:latin typeface="Source Sans Pro"/>
              <a:ea typeface="Source Sans Pro"/>
              <a:cs typeface="Source Sans Pro"/>
            </a:endParaRPr>
          </a:p>
          <a:p>
            <a:pPr marL="0" marR="0" lvl="0" indent="0" algn="l" rtl="0">
              <a:spcBef>
                <a:spcPts val="0"/>
              </a:spcBef>
              <a:spcAft>
                <a:spcPts val="0"/>
              </a:spcAft>
              <a:buClr>
                <a:schemeClr val="dk1"/>
              </a:buClr>
              <a:buSzPts val="900"/>
              <a:buFont typeface="Arial"/>
              <a:buNone/>
            </a:pPr>
            <a:endParaRPr sz="1800" b="1">
              <a:solidFill>
                <a:srgbClr val="1C1C1C"/>
              </a:solidFill>
              <a:latin typeface="Source Sans Pro"/>
              <a:ea typeface="Source Sans Pro"/>
              <a:cs typeface="Source Sans Pro"/>
            </a:endParaRPr>
          </a:p>
          <a:p>
            <a:pPr marL="0" marR="0" lvl="0" indent="0" algn="l" rtl="0">
              <a:spcBef>
                <a:spcPts val="0"/>
              </a:spcBef>
              <a:spcAft>
                <a:spcPts val="0"/>
              </a:spcAft>
              <a:buClr>
                <a:schemeClr val="dk1"/>
              </a:buClr>
              <a:buSzPts val="900"/>
              <a:buFont typeface="Arial"/>
              <a:buNone/>
            </a:pPr>
            <a:r>
              <a:rPr lang="en-GB" sz="1800" b="1">
                <a:solidFill>
                  <a:srgbClr val="1C1C1C"/>
                </a:solidFill>
                <a:latin typeface="Source Sans Pro"/>
                <a:ea typeface="Source Sans Pro"/>
                <a:cs typeface="Source Sans Pro"/>
                <a:sym typeface="Source Sans Pro"/>
              </a:rPr>
              <a:t>The rules, again:</a:t>
            </a:r>
            <a:endParaRPr sz="1800" b="1">
              <a:solidFill>
                <a:srgbClr val="1C1C1C"/>
              </a:solidFill>
              <a:latin typeface="Source Sans Pro"/>
              <a:ea typeface="Source Sans Pro"/>
              <a:cs typeface="Source Sans Pro"/>
            </a:endParaRPr>
          </a:p>
          <a:p>
            <a:pPr marL="381000" marR="0" lvl="0" indent="-285750" algn="l" rtl="0">
              <a:spcBef>
                <a:spcPts val="0"/>
              </a:spcBef>
              <a:spcAft>
                <a:spcPts val="0"/>
              </a:spcAft>
              <a:buClr>
                <a:srgbClr val="1C1C1C"/>
              </a:buClr>
              <a:buSzPts val="1500"/>
              <a:buFont typeface="Source Sans Pro"/>
              <a:buChar char="●"/>
            </a:pPr>
            <a:r>
              <a:rPr lang="en-GB" b="1" u="sng">
                <a:solidFill>
                  <a:srgbClr val="1C1C1C"/>
                </a:solidFill>
                <a:latin typeface="Source Sans Pro"/>
                <a:ea typeface="Source Sans Pro"/>
                <a:cs typeface="Source Sans Pro"/>
                <a:sym typeface="Source Sans Pro"/>
              </a:rPr>
              <a:t>Don’t change or add anything after the deadline. You will show us what you have documented during the evaluation!</a:t>
            </a:r>
            <a:endParaRPr b="1" u="sng">
              <a:solidFill>
                <a:srgbClr val="1C1C1C"/>
              </a:solidFill>
              <a:latin typeface="Source Sans Pro"/>
              <a:ea typeface="Source Sans Pro"/>
              <a:cs typeface="Source Sans Pro"/>
            </a:endParaRPr>
          </a:p>
          <a:p>
            <a:pPr marL="381000" marR="0" lvl="0" indent="-285750" algn="l" rtl="0">
              <a:spcBef>
                <a:spcPts val="0"/>
              </a:spcBef>
              <a:spcAft>
                <a:spcPts val="0"/>
              </a:spcAft>
              <a:buClr>
                <a:srgbClr val="1C1C1C"/>
              </a:buClr>
              <a:buSzPts val="1500"/>
              <a:buFont typeface="Source Sans Pro"/>
              <a:buChar char="●"/>
            </a:pPr>
            <a:r>
              <a:rPr lang="en-GB" b="1">
                <a:solidFill>
                  <a:srgbClr val="1C1C1C"/>
                </a:solidFill>
                <a:latin typeface="Source Sans Pro"/>
                <a:ea typeface="Source Sans Pro"/>
                <a:cs typeface="Source Sans Pro"/>
                <a:sym typeface="Source Sans Pro"/>
              </a:rPr>
              <a:t>Don’t copy each others document, we will use Turnitin to check for plagiarism</a:t>
            </a:r>
            <a:endParaRPr b="1">
              <a:solidFill>
                <a:srgbClr val="1C1C1C"/>
              </a:solidFill>
              <a:latin typeface="Source Sans Pro"/>
              <a:ea typeface="Source Sans Pro"/>
              <a:cs typeface="Source Sans Pro"/>
            </a:endParaRPr>
          </a:p>
          <a:p>
            <a:pPr marL="381000" marR="0" lvl="0" indent="-285750" algn="l" rtl="0">
              <a:spcBef>
                <a:spcPts val="0"/>
              </a:spcBef>
              <a:spcAft>
                <a:spcPts val="0"/>
              </a:spcAft>
              <a:buClr>
                <a:srgbClr val="1C1C1C"/>
              </a:buClr>
              <a:buSzPts val="1500"/>
              <a:buFont typeface="Source Sans Pro"/>
              <a:buChar char="●"/>
            </a:pPr>
            <a:r>
              <a:rPr lang="en-GB" b="1">
                <a:solidFill>
                  <a:srgbClr val="1C1C1C"/>
                </a:solidFill>
                <a:latin typeface="Source Sans Pro"/>
                <a:ea typeface="Source Sans Pro"/>
                <a:cs typeface="Source Sans Pro"/>
                <a:sym typeface="Source Sans Pro"/>
              </a:rPr>
              <a:t>Use your initials for image, container names etc..</a:t>
            </a:r>
            <a:endParaRPr b="1">
              <a:solidFill>
                <a:srgbClr val="1C1C1C"/>
              </a:solidFill>
              <a:latin typeface="Source Sans Pro"/>
              <a:ea typeface="Source Sans Pro"/>
              <a:cs typeface="Source Sans Pro"/>
            </a:endParaRPr>
          </a:p>
          <a:p>
            <a:pPr marL="381000" marR="0" lvl="0" indent="-285750" algn="l" rtl="0">
              <a:spcBef>
                <a:spcPts val="0"/>
              </a:spcBef>
              <a:spcAft>
                <a:spcPts val="0"/>
              </a:spcAft>
              <a:buClr>
                <a:srgbClr val="1C1C1C"/>
              </a:buClr>
              <a:buSzPts val="1500"/>
              <a:buFont typeface="Source Sans Pro"/>
              <a:buChar char="●"/>
            </a:pPr>
            <a:r>
              <a:rPr lang="en-GB" b="1">
                <a:solidFill>
                  <a:srgbClr val="1C1C1C"/>
                </a:solidFill>
                <a:latin typeface="Source Sans Pro"/>
                <a:ea typeface="Source Sans Pro"/>
                <a:cs typeface="Source Sans Pro"/>
                <a:sym typeface="Source Sans Pro"/>
              </a:rPr>
              <a:t>Your document has a nice, professional layout and a proper introduction and conclusion</a:t>
            </a:r>
            <a:endParaRPr b="1">
              <a:solidFill>
                <a:srgbClr val="1C1C1C"/>
              </a:solidFill>
              <a:latin typeface="Source Sans Pro"/>
              <a:ea typeface="Source Sans Pro"/>
              <a:cs typeface="Source Sans Pro"/>
            </a:endParaRPr>
          </a:p>
          <a:p>
            <a:pPr marL="381000" marR="0" lvl="0" indent="-285750" algn="l" rtl="0">
              <a:spcBef>
                <a:spcPts val="0"/>
              </a:spcBef>
              <a:spcAft>
                <a:spcPts val="0"/>
              </a:spcAft>
              <a:buClr>
                <a:srgbClr val="1C1C1C"/>
              </a:buClr>
              <a:buSzPts val="1500"/>
              <a:buFont typeface="Source Sans Pro"/>
              <a:buChar char="●"/>
            </a:pPr>
            <a:r>
              <a:rPr lang="en-GB" b="1">
                <a:solidFill>
                  <a:srgbClr val="1C1C1C"/>
                </a:solidFill>
                <a:latin typeface="Source Sans Pro"/>
                <a:ea typeface="Source Sans Pro"/>
                <a:cs typeface="Source Sans Pro"/>
                <a:sym typeface="Source Sans Pro"/>
              </a:rPr>
              <a:t>Document every step and command you enter to accomplish this. Use readable screenshots. Explain every parameter and option inside the commands as well. What does it do and why are you using it?</a:t>
            </a:r>
            <a:endParaRPr b="1">
              <a:solidFill>
                <a:srgbClr val="1C1C1C"/>
              </a:solidFill>
              <a:latin typeface="Source Sans Pro"/>
              <a:ea typeface="Source Sans Pro"/>
              <a:cs typeface="Source Sans Pro"/>
            </a:endParaRPr>
          </a:p>
          <a:p>
            <a:pPr marL="381000" marR="0" lvl="0" indent="-285750" algn="l" rtl="0">
              <a:spcBef>
                <a:spcPts val="0"/>
              </a:spcBef>
              <a:spcAft>
                <a:spcPts val="0"/>
              </a:spcAft>
              <a:buClr>
                <a:srgbClr val="1C1C1C"/>
              </a:buClr>
              <a:buSzPts val="1500"/>
              <a:buFont typeface="Source Sans Pro"/>
              <a:buChar char="●"/>
            </a:pPr>
            <a:r>
              <a:rPr lang="en-GB" b="1">
                <a:solidFill>
                  <a:srgbClr val="1C1C1C"/>
                </a:solidFill>
                <a:latin typeface="Source Sans Pro"/>
                <a:ea typeface="Source Sans Pro"/>
                <a:cs typeface="Source Sans Pro"/>
                <a:sym typeface="Source Sans Pro"/>
              </a:rPr>
              <a:t>Show your configuration files and explain all important lines.</a:t>
            </a:r>
            <a:endParaRPr b="1">
              <a:solidFill>
                <a:srgbClr val="1C1C1C"/>
              </a:solidFill>
              <a:latin typeface="Source Sans Pro"/>
              <a:ea typeface="Source Sans Pro"/>
              <a:cs typeface="Source Sans Pro"/>
            </a:endParaRPr>
          </a:p>
          <a:p>
            <a:pPr marL="76200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r>
              <a:rPr lang="en-GB" sz="2200" b="1">
                <a:solidFill>
                  <a:srgbClr val="1C1C1C"/>
                </a:solidFill>
                <a:latin typeface="Source Sans Pro"/>
                <a:ea typeface="Source Sans Pro"/>
                <a:cs typeface="Source Sans Pro"/>
                <a:sym typeface="Source Sans Pro"/>
              </a:rPr>
              <a:t>	</a:t>
            </a: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endParaRPr sz="2200" b="1" strike="noStrike">
              <a:solidFill>
                <a:srgbClr val="1C1C1C"/>
              </a:solidFill>
              <a:latin typeface="Source Sans Pro"/>
              <a:ea typeface="Source Sans Pro"/>
              <a:cs typeface="Source Sans Pro"/>
              <a:sym typeface="Source Sans Pr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2"/>
          <p:cNvSpPr txBox="1"/>
          <p:nvPr/>
        </p:nvSpPr>
        <p:spPr>
          <a:xfrm>
            <a:off x="326551" y="244939"/>
            <a:ext cx="8490300" cy="6123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None/>
            </a:pPr>
            <a:r>
              <a:rPr lang="en-GB" sz="2700" b="1">
                <a:solidFill>
                  <a:srgbClr val="FFFFFF"/>
                </a:solidFill>
                <a:latin typeface="Source Sans Pro"/>
                <a:ea typeface="Source Sans Pro"/>
                <a:cs typeface="Source Sans Pro"/>
                <a:sym typeface="Source Sans Pro"/>
              </a:rPr>
              <a:t>Delivery: The Demo</a:t>
            </a:r>
            <a:endParaRPr sz="2700" b="1" strike="noStrike">
              <a:solidFill>
                <a:srgbClr val="FFFFFF"/>
              </a:solidFill>
              <a:latin typeface="Source Sans Pro"/>
              <a:ea typeface="Source Sans Pro"/>
              <a:cs typeface="Source Sans Pro"/>
              <a:sym typeface="Source Sans Pro"/>
            </a:endParaRPr>
          </a:p>
        </p:txBody>
      </p:sp>
      <p:sp>
        <p:nvSpPr>
          <p:cNvPr id="158" name="Google Shape;158;p32"/>
          <p:cNvSpPr txBox="1"/>
          <p:nvPr/>
        </p:nvSpPr>
        <p:spPr>
          <a:xfrm>
            <a:off x="326550" y="1164975"/>
            <a:ext cx="8327100" cy="3319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900"/>
              <a:buFont typeface="Arial"/>
              <a:buNone/>
            </a:pPr>
            <a:r>
              <a:rPr lang="en-GB" sz="1800" b="1">
                <a:solidFill>
                  <a:srgbClr val="1C1C1C"/>
                </a:solidFill>
                <a:latin typeface="Source Sans Pro"/>
                <a:ea typeface="Source Sans Pro"/>
                <a:cs typeface="Source Sans Pro"/>
                <a:sym typeface="Source Sans Pro"/>
              </a:rPr>
              <a:t>You can only earn the points after showing a working demo and answering questions about all the configured items.</a:t>
            </a:r>
            <a:endParaRPr lang="nl-NL" sz="1800" b="1">
              <a:solidFill>
                <a:srgbClr val="1C1C1C"/>
              </a:solidFill>
              <a:latin typeface="Source Sans Pro"/>
              <a:ea typeface="Source Sans Pro"/>
              <a:cs typeface="Source Sans Pro"/>
            </a:endParaRPr>
          </a:p>
          <a:p>
            <a:pPr marL="0" marR="0" lvl="0" indent="0" algn="l" rtl="0">
              <a:spcBef>
                <a:spcPts val="0"/>
              </a:spcBef>
              <a:spcAft>
                <a:spcPts val="0"/>
              </a:spcAft>
              <a:buClr>
                <a:schemeClr val="dk1"/>
              </a:buClr>
              <a:buSzPts val="900"/>
              <a:buFont typeface="Arial"/>
              <a:buNone/>
            </a:pPr>
            <a:endParaRPr sz="1800" b="1">
              <a:solidFill>
                <a:srgbClr val="1C1C1C"/>
              </a:solidFill>
              <a:latin typeface="Source Sans Pro"/>
              <a:ea typeface="Source Sans Pro"/>
              <a:cs typeface="Source Sans Pro"/>
            </a:endParaRPr>
          </a:p>
          <a:p>
            <a:pPr marL="381000" indent="-330200">
              <a:buClr>
                <a:srgbClr val="1C1C1C"/>
              </a:buClr>
              <a:buSzPts val="2200"/>
              <a:buFont typeface="Source Sans Pro"/>
              <a:buChar char="●"/>
            </a:pPr>
            <a:r>
              <a:rPr lang="en-GB" sz="1800" b="1">
                <a:solidFill>
                  <a:srgbClr val="1C1C1C"/>
                </a:solidFill>
                <a:latin typeface="Source Sans Pro"/>
                <a:ea typeface="Source Sans Pro"/>
                <a:cs typeface="Source Sans Pro"/>
                <a:sym typeface="Source Sans Pro"/>
              </a:rPr>
              <a:t>We will call you via MS Teams  on  16/01/2026 or 21/01/2026, registration links will follow.</a:t>
            </a:r>
            <a:endParaRPr sz="1800" b="1">
              <a:solidFill>
                <a:srgbClr val="1C1C1C"/>
              </a:solidFill>
              <a:latin typeface="Source Sans Pro"/>
              <a:ea typeface="Source Sans Pro"/>
              <a:cs typeface="Source Sans Pro"/>
            </a:endParaRPr>
          </a:p>
          <a:p>
            <a:pPr marL="381000" indent="-330200">
              <a:buClr>
                <a:srgbClr val="1C1C1C"/>
              </a:buClr>
              <a:buSzPts val="2200"/>
              <a:buFont typeface="Source Sans Pro"/>
              <a:buChar char="●"/>
            </a:pPr>
            <a:r>
              <a:rPr lang="en-GB" sz="1800" b="1">
                <a:solidFill>
                  <a:srgbClr val="1C1C1C"/>
                </a:solidFill>
                <a:latin typeface="Source Sans Pro"/>
                <a:ea typeface="Source Sans Pro"/>
                <a:cs typeface="Source Sans Pro"/>
                <a:sym typeface="Source Sans Pro"/>
              </a:rPr>
              <a:t>The call takes 15-20 minutes. You show us your solution and get questions about your stack.</a:t>
            </a:r>
            <a:endParaRPr lang="en-GB" sz="1800" b="1">
              <a:solidFill>
                <a:srgbClr val="1C1C1C"/>
              </a:solidFill>
              <a:latin typeface="Source Sans Pro"/>
              <a:ea typeface="Source Sans Pro"/>
              <a:cs typeface="Source Sans Pro"/>
            </a:endParaRPr>
          </a:p>
          <a:p>
            <a:pPr marL="381000" marR="0" lvl="0" indent="-330200" algn="l" rtl="0">
              <a:spcBef>
                <a:spcPts val="0"/>
              </a:spcBef>
              <a:spcAft>
                <a:spcPts val="0"/>
              </a:spcAft>
              <a:buClr>
                <a:srgbClr val="1C1C1C"/>
              </a:buClr>
              <a:buSzPts val="2200"/>
              <a:buFont typeface="Source Sans Pro"/>
              <a:buChar char="●"/>
            </a:pPr>
            <a:r>
              <a:rPr lang="en-GB" sz="1800" b="1">
                <a:solidFill>
                  <a:srgbClr val="1C1C1C"/>
                </a:solidFill>
                <a:latin typeface="Source Sans Pro"/>
                <a:ea typeface="Source Sans Pro"/>
                <a:cs typeface="Source Sans Pro"/>
                <a:sym typeface="Source Sans Pro"/>
              </a:rPr>
              <a:t>You answer them in a smooth way while showing the part covering the question.</a:t>
            </a:r>
            <a:endParaRPr sz="1800" b="1">
              <a:solidFill>
                <a:srgbClr val="1C1C1C"/>
              </a:solidFill>
              <a:latin typeface="Source Sans Pro"/>
              <a:ea typeface="Source Sans Pro"/>
              <a:cs typeface="Source Sans Pro"/>
            </a:endParaRPr>
          </a:p>
          <a:p>
            <a:pPr marL="381000" marR="0" lvl="0" indent="-330200" algn="l" rtl="0">
              <a:spcBef>
                <a:spcPts val="0"/>
              </a:spcBef>
              <a:spcAft>
                <a:spcPts val="0"/>
              </a:spcAft>
              <a:buClr>
                <a:srgbClr val="1C1C1C"/>
              </a:buClr>
              <a:buSzPts val="2200"/>
              <a:buFont typeface="Source Sans Pro"/>
              <a:buChar char="●"/>
            </a:pPr>
            <a:r>
              <a:rPr lang="en-GB" sz="1800" b="1">
                <a:solidFill>
                  <a:srgbClr val="1C1C1C"/>
                </a:solidFill>
                <a:latin typeface="Source Sans Pro"/>
                <a:ea typeface="Source Sans Pro"/>
                <a:cs typeface="Source Sans Pro"/>
                <a:sym typeface="Source Sans Pro"/>
              </a:rPr>
              <a:t>In this way you will show that you understand the solution you made and how it is constructed.</a:t>
            </a:r>
            <a:endParaRPr sz="1800" b="1">
              <a:solidFill>
                <a:srgbClr val="1C1C1C"/>
              </a:solidFill>
              <a:latin typeface="Source Sans Pro"/>
              <a:ea typeface="Source Sans Pro"/>
              <a:cs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Clr>
                <a:schemeClr val="dk1"/>
              </a:buClr>
              <a:buSzPts val="900"/>
              <a:buFont typeface="Arial"/>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r>
              <a:rPr lang="en-GB" sz="2200" b="1">
                <a:solidFill>
                  <a:srgbClr val="1C1C1C"/>
                </a:solidFill>
                <a:latin typeface="Source Sans Pro"/>
                <a:ea typeface="Source Sans Pro"/>
                <a:cs typeface="Source Sans Pro"/>
                <a:sym typeface="Source Sans Pro"/>
              </a:rPr>
              <a:t>	</a:t>
            </a: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pPr marL="0" marR="0" lvl="0" indent="0" algn="l" rtl="0">
              <a:spcBef>
                <a:spcPts val="0"/>
              </a:spcBef>
              <a:spcAft>
                <a:spcPts val="0"/>
              </a:spcAft>
              <a:buNone/>
            </a:pPr>
            <a:endParaRPr sz="2200" b="1">
              <a:solidFill>
                <a:srgbClr val="1C1C1C"/>
              </a:solidFill>
              <a:latin typeface="Source Sans Pro"/>
              <a:ea typeface="Source Sans Pro"/>
              <a:cs typeface="Source Sans Pro"/>
              <a:sym typeface="Source Sans Pro"/>
            </a:endParaRPr>
          </a:p>
          <a:p>
            <a:endParaRPr sz="2200" b="1" strike="noStrike">
              <a:solidFill>
                <a:srgbClr val="1C1C1C"/>
              </a:solidFill>
              <a:latin typeface="Source Sans Pro"/>
              <a:ea typeface="Source Sans Pro"/>
              <a:cs typeface="Source Sans Pro"/>
              <a:sym typeface="Source Sans Pr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3"/>
          <p:cNvSpPr txBox="1"/>
          <p:nvPr/>
        </p:nvSpPr>
        <p:spPr>
          <a:xfrm>
            <a:off x="326551" y="244939"/>
            <a:ext cx="8490300" cy="6123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None/>
            </a:pPr>
            <a:r>
              <a:rPr lang="en-GB" sz="2700" b="1">
                <a:solidFill>
                  <a:srgbClr val="FFFFFF"/>
                </a:solidFill>
                <a:latin typeface="Source Sans Pro"/>
                <a:ea typeface="Source Sans Pro"/>
                <a:cs typeface="Source Sans Pro"/>
                <a:sym typeface="Source Sans Pro"/>
              </a:rPr>
              <a:t>Now go, have fun and learn a lot!</a:t>
            </a:r>
            <a:endParaRPr sz="2700" b="1" strike="noStrike">
              <a:solidFill>
                <a:srgbClr val="FFFFFF"/>
              </a:solidFill>
              <a:latin typeface="Source Sans Pro"/>
              <a:ea typeface="Source Sans Pro"/>
              <a:cs typeface="Source Sans Pro"/>
              <a:sym typeface="Source Sans Pro"/>
            </a:endParaRPr>
          </a:p>
        </p:txBody>
      </p:sp>
      <p:pic>
        <p:nvPicPr>
          <p:cNvPr id="164" name="Google Shape;164;p33"/>
          <p:cNvPicPr preferRelativeResize="0"/>
          <p:nvPr/>
        </p:nvPicPr>
        <p:blipFill>
          <a:blip r:embed="rId3">
            <a:alphaModFix/>
          </a:blip>
          <a:stretch>
            <a:fillRect/>
          </a:stretch>
        </p:blipFill>
        <p:spPr>
          <a:xfrm>
            <a:off x="152400" y="1009639"/>
            <a:ext cx="8839201" cy="354776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Diavoorstelling (16:9)</PresentationFormat>
  <Slides>7</Slides>
  <Notes>7</Notes>
  <HiddenSlides>0</HiddenSlides>
  <ScaleCrop>false</ScaleCrop>
  <HeadingPairs>
    <vt:vector size="4" baseType="variant">
      <vt:variant>
        <vt:lpstr>Thema</vt:lpstr>
      </vt:variant>
      <vt:variant>
        <vt:i4>2</vt:i4>
      </vt:variant>
      <vt:variant>
        <vt:lpstr>Diatitels</vt:lpstr>
      </vt:variant>
      <vt:variant>
        <vt:i4>7</vt:i4>
      </vt:variant>
    </vt:vector>
  </HeadingPairs>
  <TitlesOfParts>
    <vt:vector size="9" baseType="lpstr">
      <vt:lpstr>Office Theme</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cp:revision>2</cp:revision>
  <dcterms:modified xsi:type="dcterms:W3CDTF">2026-01-05T13:13:48Z</dcterms:modified>
</cp:coreProperties>
</file>